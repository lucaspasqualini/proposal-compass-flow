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4"/>
  </p:notesMasterIdLst>
  <p:handoutMasterIdLst>
    <p:handoutMasterId r:id="rId25"/>
  </p:handoutMasterIdLst>
  <p:sldIdLst>
    <p:sldId id="256" r:id="rId2"/>
    <p:sldId id="257" r:id="rId3"/>
    <p:sldId id="258" r:id="rId4"/>
    <p:sldId id="259" r:id="rId5"/>
    <p:sldId id="260" r:id="rId6"/>
    <p:sldId id="261" r:id="rId7"/>
    <p:sldId id="262" r:id="rId8"/>
    <p:sldId id="263" r:id="rId9"/>
    <p:sldId id="265" r:id="rId10"/>
    <p:sldId id="266" r:id="rId11"/>
    <p:sldId id="267" r:id="rId12"/>
    <p:sldId id="278" r:id="rId13"/>
    <p:sldId id="268" r:id="rId14"/>
    <p:sldId id="269" r:id="rId15"/>
    <p:sldId id="270" r:id="rId16"/>
    <p:sldId id="271" r:id="rId17"/>
    <p:sldId id="272" r:id="rId18"/>
    <p:sldId id="273" r:id="rId19"/>
    <p:sldId id="274" r:id="rId20"/>
    <p:sldId id="275" r:id="rId21"/>
    <p:sldId id="276" r:id="rId22"/>
    <p:sldId id="277" r:id="rId23"/>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85EB458-47DC-BB39-2CD7-CDA255FA218E}" name="Victor Souza" initials="VS" userId="7d5ca273107310f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6C68"/>
    <a:srgbClr val="D9D9D9"/>
    <a:srgbClr val="292323"/>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41" autoAdjust="0"/>
    <p:restoredTop sz="93969" autoAdjust="0"/>
  </p:normalViewPr>
  <p:slideViewPr>
    <p:cSldViewPr>
      <p:cViewPr varScale="1">
        <p:scale>
          <a:sx n="59" d="100"/>
          <a:sy n="59" d="100"/>
        </p:scale>
        <p:origin x="684" y="28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42" d="100"/>
          <a:sy n="42" d="100"/>
        </p:scale>
        <p:origin x="141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ço Reservado para Número de Slide 4">
            <a:extLst>
              <a:ext uri="{FF2B5EF4-FFF2-40B4-BE49-F238E27FC236}">
                <a16:creationId xmlns:a16="http://schemas.microsoft.com/office/drawing/2014/main" id="{61AE20CE-3E6F-22CC-BF44-BB5DC0F108DB}"/>
              </a:ext>
            </a:extLst>
          </p:cNvPr>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46E26550-EC5A-48A3-8956-38023D73CAA0}" type="slidenum">
              <a:rPr lang="en-US" smtClean="0">
                <a:solidFill>
                  <a:schemeClr val="bg1"/>
                </a:solidFill>
              </a:rPr>
              <a:t>‹nº›</a:t>
            </a:fld>
            <a:endParaRPr lang="en-US" dirty="0">
              <a:solidFill>
                <a:schemeClr val="bg1"/>
              </a:solidFill>
            </a:endParaRPr>
          </a:p>
        </p:txBody>
      </p:sp>
    </p:spTree>
    <p:extLst>
      <p:ext uri="{BB962C8B-B14F-4D97-AF65-F5344CB8AC3E}">
        <p14:creationId xmlns:p14="http://schemas.microsoft.com/office/powerpoint/2010/main" val="5925701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Espaço Reservado para Dat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84ECA2C1-621C-494E-B857-5488FF2C591A}" type="datetimeFigureOut">
              <a:rPr lang="en-US" smtClean="0"/>
              <a:t>4/8/2026</a:t>
            </a:fld>
            <a:endParaRPr lang="en-US"/>
          </a:p>
        </p:txBody>
      </p:sp>
      <p:sp>
        <p:nvSpPr>
          <p:cNvPr id="4" name="Espaço Reservado para Imagem de Slide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US"/>
          </a:p>
        </p:txBody>
      </p:sp>
      <p:sp>
        <p:nvSpPr>
          <p:cNvPr id="5" name="Espaço Reservado para Anotaçõe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Espaço Reservado para Rodapé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Espaço Reservado para Número de Slide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F2074775-49DB-4A73-8D2D-DDEA0D2F803B}" type="slidenum">
              <a:rPr lang="en-US" smtClean="0"/>
              <a:t>‹nº›</a:t>
            </a:fld>
            <a:endParaRPr lang="en-US"/>
          </a:p>
        </p:txBody>
      </p:sp>
    </p:spTree>
    <p:extLst>
      <p:ext uri="{BB962C8B-B14F-4D97-AF65-F5344CB8AC3E}">
        <p14:creationId xmlns:p14="http://schemas.microsoft.com/office/powerpoint/2010/main" val="263121161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20104099" cy="11308556"/>
          </a:xfrm>
          <a:prstGeom prst="rect">
            <a:avLst/>
          </a:prstGeom>
        </p:spPr>
      </p:pic>
      <p:sp>
        <p:nvSpPr>
          <p:cNvPr id="17" name="bg object 17"/>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20202">
              <a:alpha val="69999"/>
            </a:srgbClr>
          </a:solidFill>
        </p:spPr>
        <p:txBody>
          <a:bodyPr wrap="square" lIns="0" tIns="0" rIns="0" bIns="0" rtlCol="0"/>
          <a:lstStyle/>
          <a:p>
            <a:endParaRPr/>
          </a:p>
        </p:txBody>
      </p:sp>
      <p:sp>
        <p:nvSpPr>
          <p:cNvPr id="18" name="bg object 18"/>
          <p:cNvSpPr/>
          <p:nvPr/>
        </p:nvSpPr>
        <p:spPr>
          <a:xfrm>
            <a:off x="9737923" y="5005083"/>
            <a:ext cx="10366375" cy="2471420"/>
          </a:xfrm>
          <a:custGeom>
            <a:avLst/>
            <a:gdLst/>
            <a:ahLst/>
            <a:cxnLst/>
            <a:rect l="l" t="t" r="r" b="b"/>
            <a:pathLst>
              <a:path w="10366375" h="2471420">
                <a:moveTo>
                  <a:pt x="0" y="2471128"/>
                </a:moveTo>
                <a:lnTo>
                  <a:pt x="10366176" y="2471128"/>
                </a:lnTo>
                <a:lnTo>
                  <a:pt x="10366176" y="0"/>
                </a:lnTo>
                <a:lnTo>
                  <a:pt x="0" y="0"/>
                </a:lnTo>
                <a:lnTo>
                  <a:pt x="0" y="2471128"/>
                </a:lnTo>
                <a:close/>
              </a:path>
            </a:pathLst>
          </a:custGeom>
          <a:solidFill>
            <a:srgbClr val="090706">
              <a:alpha val="64999"/>
            </a:srgbClr>
          </a:solidFill>
        </p:spPr>
        <p:txBody>
          <a:bodyPr wrap="square" lIns="0" tIns="0" rIns="0" bIns="0" rtlCol="0"/>
          <a:lstStyle/>
          <a:p>
            <a:endParaRPr/>
          </a:p>
        </p:txBody>
      </p:sp>
      <p:sp>
        <p:nvSpPr>
          <p:cNvPr id="19" name="bg object 19"/>
          <p:cNvSpPr/>
          <p:nvPr/>
        </p:nvSpPr>
        <p:spPr>
          <a:xfrm>
            <a:off x="10334763" y="5580981"/>
            <a:ext cx="41910" cy="764540"/>
          </a:xfrm>
          <a:custGeom>
            <a:avLst/>
            <a:gdLst/>
            <a:ahLst/>
            <a:cxnLst/>
            <a:rect l="l" t="t" r="r" b="b"/>
            <a:pathLst>
              <a:path w="41909" h="764539">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2" name="Holder 2"/>
          <p:cNvSpPr>
            <a:spLocks noGrp="1"/>
          </p:cNvSpPr>
          <p:nvPr>
            <p:ph type="ctrTitle"/>
          </p:nvPr>
        </p:nvSpPr>
        <p:spPr>
          <a:xfrm>
            <a:off x="10447714" y="5244593"/>
            <a:ext cx="9426575" cy="1485265"/>
          </a:xfrm>
          <a:prstGeom prst="rect">
            <a:avLst/>
          </a:prstGeom>
        </p:spPr>
        <p:txBody>
          <a:bodyPr wrap="square" lIns="0" tIns="0" rIns="0" bIns="0">
            <a:spAutoFit/>
          </a:bodyPr>
          <a:lstStyle>
            <a:lvl1pPr>
              <a:defRPr sz="4950" b="0" i="0">
                <a:solidFill>
                  <a:srgbClr val="006969"/>
                </a:solidFill>
                <a:latin typeface="Futura PT Book"/>
                <a:cs typeface="Futura PT Book"/>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sz="2450" b="0" i="0">
                <a:solidFill>
                  <a:schemeClr val="tx1"/>
                </a:solidFill>
                <a:latin typeface="Futura PT Book"/>
                <a:cs typeface="Futura PT Boo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C7DFDA3-4388-4038-AA2F-244EBFE20E4D}" type="datetime1">
              <a:rPr lang="en-US" smtClean="0"/>
              <a:t>4/8/2026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50" b="0" i="0">
                <a:solidFill>
                  <a:srgbClr val="006969"/>
                </a:solidFill>
                <a:latin typeface="Futura PT Book"/>
                <a:cs typeface="Futura PT Book"/>
              </a:defRPr>
            </a:lvl1pPr>
          </a:lstStyle>
          <a:p>
            <a:endParaRPr/>
          </a:p>
        </p:txBody>
      </p:sp>
      <p:sp>
        <p:nvSpPr>
          <p:cNvPr id="3" name="Holder 3"/>
          <p:cNvSpPr>
            <a:spLocks noGrp="1"/>
          </p:cNvSpPr>
          <p:nvPr>
            <p:ph type="body" idx="1"/>
          </p:nvPr>
        </p:nvSpPr>
        <p:spPr/>
        <p:txBody>
          <a:bodyPr lIns="0" tIns="0" rIns="0" bIns="0"/>
          <a:lstStyle>
            <a:lvl1pPr>
              <a:defRPr sz="2450" b="0" i="0">
                <a:solidFill>
                  <a:schemeClr val="tx1"/>
                </a:solidFill>
                <a:latin typeface="Futura PT Book"/>
                <a:cs typeface="Futura PT Boo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84AB122-88AE-4FEC-A912-E2A4173C5280}" type="datetime1">
              <a:rPr lang="en-US" smtClean="0"/>
              <a:t>4/8/2026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1319510" cy="11308715"/>
          </a:xfrm>
          <a:custGeom>
            <a:avLst/>
            <a:gdLst/>
            <a:ahLst/>
            <a:cxnLst/>
            <a:rect l="l" t="t" r="r" b="b"/>
            <a:pathLst>
              <a:path w="11319510" h="11308715">
                <a:moveTo>
                  <a:pt x="11319027" y="0"/>
                </a:moveTo>
                <a:lnTo>
                  <a:pt x="0" y="0"/>
                </a:lnTo>
                <a:lnTo>
                  <a:pt x="0" y="11308556"/>
                </a:lnTo>
                <a:lnTo>
                  <a:pt x="11319027" y="11308556"/>
                </a:lnTo>
                <a:lnTo>
                  <a:pt x="11319027" y="0"/>
                </a:lnTo>
                <a:close/>
              </a:path>
            </a:pathLst>
          </a:custGeom>
          <a:solidFill>
            <a:srgbClr val="EAEAE8"/>
          </a:solidFill>
        </p:spPr>
        <p:txBody>
          <a:bodyPr wrap="square" lIns="0" tIns="0" rIns="0" bIns="0" rtlCol="0"/>
          <a:lstStyle/>
          <a:p>
            <a:endParaRPr/>
          </a:p>
        </p:txBody>
      </p:sp>
      <p:sp>
        <p:nvSpPr>
          <p:cNvPr id="17" name="bg object 17"/>
          <p:cNvSpPr/>
          <p:nvPr/>
        </p:nvSpPr>
        <p:spPr>
          <a:xfrm>
            <a:off x="380729" y="9992570"/>
            <a:ext cx="2312035" cy="471805"/>
          </a:xfrm>
          <a:custGeom>
            <a:avLst/>
            <a:gdLst/>
            <a:ahLst/>
            <a:cxnLst/>
            <a:rect l="l" t="t" r="r" b="b"/>
            <a:pathLst>
              <a:path w="2312035" h="471804">
                <a:moveTo>
                  <a:pt x="2229051"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2229051" y="471190"/>
                </a:lnTo>
                <a:lnTo>
                  <a:pt x="2256587" y="437686"/>
                </a:lnTo>
                <a:lnTo>
                  <a:pt x="2278615" y="398584"/>
                </a:lnTo>
                <a:lnTo>
                  <a:pt x="2295137" y="355126"/>
                </a:lnTo>
                <a:lnTo>
                  <a:pt x="2306151" y="308558"/>
                </a:lnTo>
                <a:lnTo>
                  <a:pt x="2311658" y="260123"/>
                </a:lnTo>
                <a:lnTo>
                  <a:pt x="2311658" y="211066"/>
                </a:lnTo>
                <a:lnTo>
                  <a:pt x="2306151" y="162632"/>
                </a:lnTo>
                <a:lnTo>
                  <a:pt x="2295137" y="116063"/>
                </a:lnTo>
                <a:lnTo>
                  <a:pt x="2278615" y="72606"/>
                </a:lnTo>
                <a:lnTo>
                  <a:pt x="2256587" y="33503"/>
                </a:lnTo>
                <a:lnTo>
                  <a:pt x="2229051" y="0"/>
                </a:lnTo>
                <a:close/>
              </a:path>
            </a:pathLst>
          </a:custGeom>
          <a:solidFill>
            <a:srgbClr val="FBF485">
              <a:alpha val="39999"/>
            </a:srgbClr>
          </a:solidFill>
        </p:spPr>
        <p:txBody>
          <a:bodyPr wrap="square" lIns="0" tIns="0" rIns="0" bIns="0" rtlCol="0"/>
          <a:lstStyle/>
          <a:p>
            <a:endParaRPr/>
          </a:p>
        </p:txBody>
      </p:sp>
      <p:sp>
        <p:nvSpPr>
          <p:cNvPr id="18" name="bg object 18"/>
          <p:cNvSpPr/>
          <p:nvPr/>
        </p:nvSpPr>
        <p:spPr>
          <a:xfrm>
            <a:off x="380729" y="9238666"/>
            <a:ext cx="2376170" cy="471805"/>
          </a:xfrm>
          <a:custGeom>
            <a:avLst/>
            <a:gdLst/>
            <a:ahLst/>
            <a:cxnLst/>
            <a:rect l="l" t="t" r="r" b="b"/>
            <a:pathLst>
              <a:path w="2376170" h="471804">
                <a:moveTo>
                  <a:pt x="2293126"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2293126" y="471190"/>
                </a:lnTo>
                <a:lnTo>
                  <a:pt x="2320661" y="437686"/>
                </a:lnTo>
                <a:lnTo>
                  <a:pt x="2342690" y="398584"/>
                </a:lnTo>
                <a:lnTo>
                  <a:pt x="2359211" y="355126"/>
                </a:lnTo>
                <a:lnTo>
                  <a:pt x="2370226" y="308558"/>
                </a:lnTo>
                <a:lnTo>
                  <a:pt x="2375733" y="260123"/>
                </a:lnTo>
                <a:lnTo>
                  <a:pt x="2375733" y="211066"/>
                </a:lnTo>
                <a:lnTo>
                  <a:pt x="2370226" y="162632"/>
                </a:lnTo>
                <a:lnTo>
                  <a:pt x="2359211" y="116063"/>
                </a:lnTo>
                <a:lnTo>
                  <a:pt x="2342690" y="72606"/>
                </a:lnTo>
                <a:lnTo>
                  <a:pt x="2320661" y="33503"/>
                </a:lnTo>
                <a:lnTo>
                  <a:pt x="2293126" y="0"/>
                </a:lnTo>
                <a:close/>
              </a:path>
            </a:pathLst>
          </a:custGeom>
          <a:solidFill>
            <a:srgbClr val="FBF485">
              <a:alpha val="39999"/>
            </a:srgbClr>
          </a:solidFill>
        </p:spPr>
        <p:txBody>
          <a:bodyPr wrap="square" lIns="0" tIns="0" rIns="0" bIns="0" rtlCol="0"/>
          <a:lstStyle/>
          <a:p>
            <a:endParaRPr/>
          </a:p>
        </p:txBody>
      </p:sp>
      <p:sp>
        <p:nvSpPr>
          <p:cNvPr id="19" name="bg object 19"/>
          <p:cNvSpPr/>
          <p:nvPr/>
        </p:nvSpPr>
        <p:spPr>
          <a:xfrm>
            <a:off x="380729" y="8484761"/>
            <a:ext cx="2406650" cy="471805"/>
          </a:xfrm>
          <a:custGeom>
            <a:avLst/>
            <a:gdLst/>
            <a:ahLst/>
            <a:cxnLst/>
            <a:rect l="l" t="t" r="r" b="b"/>
            <a:pathLst>
              <a:path w="2406650" h="471804">
                <a:moveTo>
                  <a:pt x="2323913"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2323913" y="471190"/>
                </a:lnTo>
                <a:lnTo>
                  <a:pt x="2351449" y="437686"/>
                </a:lnTo>
                <a:lnTo>
                  <a:pt x="2373478" y="398584"/>
                </a:lnTo>
                <a:lnTo>
                  <a:pt x="2389999" y="355126"/>
                </a:lnTo>
                <a:lnTo>
                  <a:pt x="2401013" y="308558"/>
                </a:lnTo>
                <a:lnTo>
                  <a:pt x="2406520" y="260123"/>
                </a:lnTo>
                <a:lnTo>
                  <a:pt x="2406520" y="211066"/>
                </a:lnTo>
                <a:lnTo>
                  <a:pt x="2401013" y="162632"/>
                </a:lnTo>
                <a:lnTo>
                  <a:pt x="2389999" y="116063"/>
                </a:lnTo>
                <a:lnTo>
                  <a:pt x="2373478" y="72606"/>
                </a:lnTo>
                <a:lnTo>
                  <a:pt x="2351449" y="33503"/>
                </a:lnTo>
                <a:lnTo>
                  <a:pt x="2323913" y="0"/>
                </a:lnTo>
                <a:close/>
              </a:path>
            </a:pathLst>
          </a:custGeom>
          <a:solidFill>
            <a:srgbClr val="FBF485">
              <a:alpha val="39999"/>
            </a:srgbClr>
          </a:solidFill>
        </p:spPr>
        <p:txBody>
          <a:bodyPr wrap="square" lIns="0" tIns="0" rIns="0" bIns="0" rtlCol="0"/>
          <a:lstStyle/>
          <a:p>
            <a:endParaRPr/>
          </a:p>
        </p:txBody>
      </p:sp>
      <p:sp>
        <p:nvSpPr>
          <p:cNvPr id="20" name="bg object 20"/>
          <p:cNvSpPr/>
          <p:nvPr/>
        </p:nvSpPr>
        <p:spPr>
          <a:xfrm>
            <a:off x="380729" y="7730856"/>
            <a:ext cx="3037205" cy="471805"/>
          </a:xfrm>
          <a:custGeom>
            <a:avLst/>
            <a:gdLst/>
            <a:ahLst/>
            <a:cxnLst/>
            <a:rect l="l" t="t" r="r" b="b"/>
            <a:pathLst>
              <a:path w="3037204" h="471804">
                <a:moveTo>
                  <a:pt x="2954372"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2954372" y="471190"/>
                </a:lnTo>
                <a:lnTo>
                  <a:pt x="2981908" y="437686"/>
                </a:lnTo>
                <a:lnTo>
                  <a:pt x="3003937" y="398584"/>
                </a:lnTo>
                <a:lnTo>
                  <a:pt x="3020458" y="355126"/>
                </a:lnTo>
                <a:lnTo>
                  <a:pt x="3031472" y="308558"/>
                </a:lnTo>
                <a:lnTo>
                  <a:pt x="3036979" y="260123"/>
                </a:lnTo>
                <a:lnTo>
                  <a:pt x="3036979" y="211066"/>
                </a:lnTo>
                <a:lnTo>
                  <a:pt x="3031472" y="162632"/>
                </a:lnTo>
                <a:lnTo>
                  <a:pt x="3020458" y="116063"/>
                </a:lnTo>
                <a:lnTo>
                  <a:pt x="3003937" y="72606"/>
                </a:lnTo>
                <a:lnTo>
                  <a:pt x="2981908" y="33503"/>
                </a:lnTo>
                <a:lnTo>
                  <a:pt x="2954372" y="0"/>
                </a:lnTo>
                <a:close/>
              </a:path>
            </a:pathLst>
          </a:custGeom>
          <a:solidFill>
            <a:srgbClr val="FBF485">
              <a:alpha val="39999"/>
            </a:srgbClr>
          </a:solidFill>
        </p:spPr>
        <p:txBody>
          <a:bodyPr wrap="square" lIns="0" tIns="0" rIns="0" bIns="0" rtlCol="0"/>
          <a:lstStyle/>
          <a:p>
            <a:endParaRPr/>
          </a:p>
        </p:txBody>
      </p:sp>
      <p:sp>
        <p:nvSpPr>
          <p:cNvPr id="21" name="bg object 21"/>
          <p:cNvSpPr/>
          <p:nvPr/>
        </p:nvSpPr>
        <p:spPr>
          <a:xfrm>
            <a:off x="380729" y="6976952"/>
            <a:ext cx="2602865" cy="471805"/>
          </a:xfrm>
          <a:custGeom>
            <a:avLst/>
            <a:gdLst/>
            <a:ahLst/>
            <a:cxnLst/>
            <a:rect l="l" t="t" r="r" b="b"/>
            <a:pathLst>
              <a:path w="2602865" h="471804">
                <a:moveTo>
                  <a:pt x="2519931"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2519931" y="471190"/>
                </a:lnTo>
                <a:lnTo>
                  <a:pt x="2547467" y="437686"/>
                </a:lnTo>
                <a:lnTo>
                  <a:pt x="2569495" y="398584"/>
                </a:lnTo>
                <a:lnTo>
                  <a:pt x="2586017" y="355126"/>
                </a:lnTo>
                <a:lnTo>
                  <a:pt x="2597031" y="308558"/>
                </a:lnTo>
                <a:lnTo>
                  <a:pt x="2602538" y="260123"/>
                </a:lnTo>
                <a:lnTo>
                  <a:pt x="2602538" y="211066"/>
                </a:lnTo>
                <a:lnTo>
                  <a:pt x="2597031" y="162632"/>
                </a:lnTo>
                <a:lnTo>
                  <a:pt x="2586017" y="116063"/>
                </a:lnTo>
                <a:lnTo>
                  <a:pt x="2569495" y="72606"/>
                </a:lnTo>
                <a:lnTo>
                  <a:pt x="2547467" y="33503"/>
                </a:lnTo>
                <a:lnTo>
                  <a:pt x="2519931" y="0"/>
                </a:lnTo>
                <a:close/>
              </a:path>
            </a:pathLst>
          </a:custGeom>
          <a:solidFill>
            <a:srgbClr val="FBF485">
              <a:alpha val="39999"/>
            </a:srgbClr>
          </a:solidFill>
        </p:spPr>
        <p:txBody>
          <a:bodyPr wrap="square" lIns="0" tIns="0" rIns="0" bIns="0" rtlCol="0"/>
          <a:lstStyle/>
          <a:p>
            <a:endParaRPr/>
          </a:p>
        </p:txBody>
      </p:sp>
      <p:sp>
        <p:nvSpPr>
          <p:cNvPr id="22" name="bg object 22"/>
          <p:cNvSpPr/>
          <p:nvPr/>
        </p:nvSpPr>
        <p:spPr>
          <a:xfrm>
            <a:off x="380729" y="6223048"/>
            <a:ext cx="2700655" cy="471805"/>
          </a:xfrm>
          <a:custGeom>
            <a:avLst/>
            <a:gdLst/>
            <a:ahLst/>
            <a:cxnLst/>
            <a:rect l="l" t="t" r="r" b="b"/>
            <a:pathLst>
              <a:path w="2700655" h="471804">
                <a:moveTo>
                  <a:pt x="2617940"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2617940" y="471190"/>
                </a:lnTo>
                <a:lnTo>
                  <a:pt x="2645475" y="437686"/>
                </a:lnTo>
                <a:lnTo>
                  <a:pt x="2667504" y="398584"/>
                </a:lnTo>
                <a:lnTo>
                  <a:pt x="2684025" y="355126"/>
                </a:lnTo>
                <a:lnTo>
                  <a:pt x="2695040" y="308558"/>
                </a:lnTo>
                <a:lnTo>
                  <a:pt x="2700547" y="260123"/>
                </a:lnTo>
                <a:lnTo>
                  <a:pt x="2700547" y="211066"/>
                </a:lnTo>
                <a:lnTo>
                  <a:pt x="2695040" y="162632"/>
                </a:lnTo>
                <a:lnTo>
                  <a:pt x="2684025" y="116063"/>
                </a:lnTo>
                <a:lnTo>
                  <a:pt x="2667504" y="72606"/>
                </a:lnTo>
                <a:lnTo>
                  <a:pt x="2645475" y="33503"/>
                </a:lnTo>
                <a:lnTo>
                  <a:pt x="2617940" y="0"/>
                </a:lnTo>
                <a:close/>
              </a:path>
            </a:pathLst>
          </a:custGeom>
          <a:solidFill>
            <a:srgbClr val="FBF485">
              <a:alpha val="39999"/>
            </a:srgbClr>
          </a:solidFill>
        </p:spPr>
        <p:txBody>
          <a:bodyPr wrap="square" lIns="0" tIns="0" rIns="0" bIns="0" rtlCol="0"/>
          <a:lstStyle/>
          <a:p>
            <a:endParaRPr/>
          </a:p>
        </p:txBody>
      </p:sp>
      <p:sp>
        <p:nvSpPr>
          <p:cNvPr id="23" name="bg object 23"/>
          <p:cNvSpPr/>
          <p:nvPr/>
        </p:nvSpPr>
        <p:spPr>
          <a:xfrm>
            <a:off x="380729" y="5469143"/>
            <a:ext cx="3752850" cy="471805"/>
          </a:xfrm>
          <a:custGeom>
            <a:avLst/>
            <a:gdLst/>
            <a:ahLst/>
            <a:cxnLst/>
            <a:rect l="l" t="t" r="r" b="b"/>
            <a:pathLst>
              <a:path w="3752850" h="471804">
                <a:moveTo>
                  <a:pt x="3669643"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3669643" y="471190"/>
                </a:lnTo>
                <a:lnTo>
                  <a:pt x="3697179" y="437686"/>
                </a:lnTo>
                <a:lnTo>
                  <a:pt x="3719208" y="398584"/>
                </a:lnTo>
                <a:lnTo>
                  <a:pt x="3735729" y="355126"/>
                </a:lnTo>
                <a:lnTo>
                  <a:pt x="3746744" y="308558"/>
                </a:lnTo>
                <a:lnTo>
                  <a:pt x="3752251" y="260123"/>
                </a:lnTo>
                <a:lnTo>
                  <a:pt x="3752251" y="211066"/>
                </a:lnTo>
                <a:lnTo>
                  <a:pt x="3746744" y="162632"/>
                </a:lnTo>
                <a:lnTo>
                  <a:pt x="3735729" y="116063"/>
                </a:lnTo>
                <a:lnTo>
                  <a:pt x="3719208" y="72606"/>
                </a:lnTo>
                <a:lnTo>
                  <a:pt x="3697179" y="33503"/>
                </a:lnTo>
                <a:lnTo>
                  <a:pt x="3669643" y="0"/>
                </a:lnTo>
                <a:close/>
              </a:path>
            </a:pathLst>
          </a:custGeom>
          <a:solidFill>
            <a:srgbClr val="FBF485">
              <a:alpha val="39999"/>
            </a:srgbClr>
          </a:solidFill>
        </p:spPr>
        <p:txBody>
          <a:bodyPr wrap="square" lIns="0" tIns="0" rIns="0" bIns="0" rtlCol="0"/>
          <a:lstStyle/>
          <a:p>
            <a:endParaRPr/>
          </a:p>
        </p:txBody>
      </p:sp>
      <p:sp>
        <p:nvSpPr>
          <p:cNvPr id="24" name="bg object 24"/>
          <p:cNvSpPr/>
          <p:nvPr/>
        </p:nvSpPr>
        <p:spPr>
          <a:xfrm>
            <a:off x="380729" y="4715239"/>
            <a:ext cx="2858135" cy="471805"/>
          </a:xfrm>
          <a:custGeom>
            <a:avLst/>
            <a:gdLst/>
            <a:ahLst/>
            <a:cxnLst/>
            <a:rect l="l" t="t" r="r" b="b"/>
            <a:pathLst>
              <a:path w="2858135" h="471804">
                <a:moveTo>
                  <a:pt x="2774999"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2774999" y="471190"/>
                </a:lnTo>
                <a:lnTo>
                  <a:pt x="2802535" y="437686"/>
                </a:lnTo>
                <a:lnTo>
                  <a:pt x="2824563" y="398584"/>
                </a:lnTo>
                <a:lnTo>
                  <a:pt x="2841085" y="355126"/>
                </a:lnTo>
                <a:lnTo>
                  <a:pt x="2852099" y="308558"/>
                </a:lnTo>
                <a:lnTo>
                  <a:pt x="2857606" y="260123"/>
                </a:lnTo>
                <a:lnTo>
                  <a:pt x="2857606" y="211066"/>
                </a:lnTo>
                <a:lnTo>
                  <a:pt x="2852099" y="162632"/>
                </a:lnTo>
                <a:lnTo>
                  <a:pt x="2841085" y="116063"/>
                </a:lnTo>
                <a:lnTo>
                  <a:pt x="2824563" y="72606"/>
                </a:lnTo>
                <a:lnTo>
                  <a:pt x="2802535" y="33503"/>
                </a:lnTo>
                <a:lnTo>
                  <a:pt x="2774999" y="0"/>
                </a:lnTo>
                <a:close/>
              </a:path>
            </a:pathLst>
          </a:custGeom>
          <a:solidFill>
            <a:srgbClr val="FBF485">
              <a:alpha val="39999"/>
            </a:srgbClr>
          </a:solidFill>
        </p:spPr>
        <p:txBody>
          <a:bodyPr wrap="square" lIns="0" tIns="0" rIns="0" bIns="0" rtlCol="0"/>
          <a:lstStyle/>
          <a:p>
            <a:endParaRPr/>
          </a:p>
        </p:txBody>
      </p:sp>
      <p:sp>
        <p:nvSpPr>
          <p:cNvPr id="25" name="bg object 25"/>
          <p:cNvSpPr/>
          <p:nvPr/>
        </p:nvSpPr>
        <p:spPr>
          <a:xfrm>
            <a:off x="383556" y="3647521"/>
            <a:ext cx="9589135" cy="471805"/>
          </a:xfrm>
          <a:custGeom>
            <a:avLst/>
            <a:gdLst/>
            <a:ahLst/>
            <a:cxnLst/>
            <a:rect l="l" t="t" r="r" b="b"/>
            <a:pathLst>
              <a:path w="9589135" h="471804">
                <a:moveTo>
                  <a:pt x="9506486"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9506486" y="471190"/>
                </a:lnTo>
                <a:lnTo>
                  <a:pt x="9534022" y="437686"/>
                </a:lnTo>
                <a:lnTo>
                  <a:pt x="9556050" y="398584"/>
                </a:lnTo>
                <a:lnTo>
                  <a:pt x="9572572" y="355126"/>
                </a:lnTo>
                <a:lnTo>
                  <a:pt x="9583586" y="308558"/>
                </a:lnTo>
                <a:lnTo>
                  <a:pt x="9589093" y="260123"/>
                </a:lnTo>
                <a:lnTo>
                  <a:pt x="9589093" y="211066"/>
                </a:lnTo>
                <a:lnTo>
                  <a:pt x="9583586" y="162632"/>
                </a:lnTo>
                <a:lnTo>
                  <a:pt x="9572572" y="116063"/>
                </a:lnTo>
                <a:lnTo>
                  <a:pt x="9556050" y="72606"/>
                </a:lnTo>
                <a:lnTo>
                  <a:pt x="9534022" y="33503"/>
                </a:lnTo>
                <a:lnTo>
                  <a:pt x="9506486" y="0"/>
                </a:lnTo>
                <a:close/>
              </a:path>
            </a:pathLst>
          </a:custGeom>
          <a:solidFill>
            <a:srgbClr val="FBF485">
              <a:alpha val="39999"/>
            </a:srgbClr>
          </a:solidFill>
        </p:spPr>
        <p:txBody>
          <a:bodyPr wrap="square" lIns="0" tIns="0" rIns="0" bIns="0" rtlCol="0"/>
          <a:lstStyle/>
          <a:p>
            <a:endParaRPr/>
          </a:p>
        </p:txBody>
      </p:sp>
      <p:sp>
        <p:nvSpPr>
          <p:cNvPr id="26" name="bg object 26"/>
          <p:cNvSpPr/>
          <p:nvPr/>
        </p:nvSpPr>
        <p:spPr>
          <a:xfrm>
            <a:off x="383556" y="2893617"/>
            <a:ext cx="6588759" cy="471805"/>
          </a:xfrm>
          <a:custGeom>
            <a:avLst/>
            <a:gdLst/>
            <a:ahLst/>
            <a:cxnLst/>
            <a:rect l="l" t="t" r="r" b="b"/>
            <a:pathLst>
              <a:path w="6588759" h="471804">
                <a:moveTo>
                  <a:pt x="6505905"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6505905" y="471190"/>
                </a:lnTo>
                <a:lnTo>
                  <a:pt x="6533441" y="437686"/>
                </a:lnTo>
                <a:lnTo>
                  <a:pt x="6555470" y="398584"/>
                </a:lnTo>
                <a:lnTo>
                  <a:pt x="6571991" y="355126"/>
                </a:lnTo>
                <a:lnTo>
                  <a:pt x="6583005" y="308558"/>
                </a:lnTo>
                <a:lnTo>
                  <a:pt x="6588512" y="260123"/>
                </a:lnTo>
                <a:lnTo>
                  <a:pt x="6588512" y="211066"/>
                </a:lnTo>
                <a:lnTo>
                  <a:pt x="6583005" y="162632"/>
                </a:lnTo>
                <a:lnTo>
                  <a:pt x="6571991" y="116063"/>
                </a:lnTo>
                <a:lnTo>
                  <a:pt x="6555470" y="72606"/>
                </a:lnTo>
                <a:lnTo>
                  <a:pt x="6533441" y="33503"/>
                </a:lnTo>
                <a:lnTo>
                  <a:pt x="6505905" y="0"/>
                </a:lnTo>
                <a:close/>
              </a:path>
            </a:pathLst>
          </a:custGeom>
          <a:solidFill>
            <a:srgbClr val="FBF485">
              <a:alpha val="39999"/>
            </a:srgbClr>
          </a:solidFill>
        </p:spPr>
        <p:txBody>
          <a:bodyPr wrap="square" lIns="0" tIns="0" rIns="0" bIns="0" rtlCol="0"/>
          <a:lstStyle/>
          <a:p>
            <a:endParaRPr/>
          </a:p>
        </p:txBody>
      </p:sp>
      <p:sp>
        <p:nvSpPr>
          <p:cNvPr id="27" name="bg object 27"/>
          <p:cNvSpPr/>
          <p:nvPr/>
        </p:nvSpPr>
        <p:spPr>
          <a:xfrm>
            <a:off x="383556" y="2139712"/>
            <a:ext cx="10506075" cy="471805"/>
          </a:xfrm>
          <a:custGeom>
            <a:avLst/>
            <a:gdLst/>
            <a:ahLst/>
            <a:cxnLst/>
            <a:rect l="l" t="t" r="r" b="b"/>
            <a:pathLst>
              <a:path w="10506075" h="471805">
                <a:moveTo>
                  <a:pt x="10423426" y="0"/>
                </a:moveTo>
                <a:lnTo>
                  <a:pt x="82607" y="0"/>
                </a:lnTo>
                <a:lnTo>
                  <a:pt x="55071" y="33503"/>
                </a:lnTo>
                <a:lnTo>
                  <a:pt x="33042" y="72606"/>
                </a:lnTo>
                <a:lnTo>
                  <a:pt x="16521" y="116063"/>
                </a:lnTo>
                <a:lnTo>
                  <a:pt x="5507" y="162632"/>
                </a:lnTo>
                <a:lnTo>
                  <a:pt x="0" y="211066"/>
                </a:lnTo>
                <a:lnTo>
                  <a:pt x="0" y="260123"/>
                </a:lnTo>
                <a:lnTo>
                  <a:pt x="5507" y="308558"/>
                </a:lnTo>
                <a:lnTo>
                  <a:pt x="16521" y="355126"/>
                </a:lnTo>
                <a:lnTo>
                  <a:pt x="33042" y="398584"/>
                </a:lnTo>
                <a:lnTo>
                  <a:pt x="55071" y="437686"/>
                </a:lnTo>
                <a:lnTo>
                  <a:pt x="82607" y="471190"/>
                </a:lnTo>
                <a:lnTo>
                  <a:pt x="10423426" y="471190"/>
                </a:lnTo>
                <a:lnTo>
                  <a:pt x="10450962" y="437686"/>
                </a:lnTo>
                <a:lnTo>
                  <a:pt x="10472990" y="398584"/>
                </a:lnTo>
                <a:lnTo>
                  <a:pt x="10489512" y="355126"/>
                </a:lnTo>
                <a:lnTo>
                  <a:pt x="10500526" y="308558"/>
                </a:lnTo>
                <a:lnTo>
                  <a:pt x="10506033" y="260123"/>
                </a:lnTo>
                <a:lnTo>
                  <a:pt x="10506033" y="211066"/>
                </a:lnTo>
                <a:lnTo>
                  <a:pt x="10500526" y="162632"/>
                </a:lnTo>
                <a:lnTo>
                  <a:pt x="10489512" y="116063"/>
                </a:lnTo>
                <a:lnTo>
                  <a:pt x="10472990" y="72606"/>
                </a:lnTo>
                <a:lnTo>
                  <a:pt x="10450962" y="33503"/>
                </a:lnTo>
                <a:lnTo>
                  <a:pt x="10423426" y="0"/>
                </a:lnTo>
                <a:close/>
              </a:path>
            </a:pathLst>
          </a:custGeom>
          <a:solidFill>
            <a:srgbClr val="FBF485">
              <a:alpha val="39999"/>
            </a:srgbClr>
          </a:solidFill>
        </p:spPr>
        <p:txBody>
          <a:bodyPr wrap="square" lIns="0" tIns="0" rIns="0" bIns="0" rtlCol="0"/>
          <a:lstStyle/>
          <a:p>
            <a:endParaRPr/>
          </a:p>
        </p:txBody>
      </p:sp>
      <p:sp>
        <p:nvSpPr>
          <p:cNvPr id="28" name="bg object 28"/>
          <p:cNvSpPr/>
          <p:nvPr/>
        </p:nvSpPr>
        <p:spPr>
          <a:xfrm>
            <a:off x="662497" y="647753"/>
            <a:ext cx="5518150" cy="942975"/>
          </a:xfrm>
          <a:custGeom>
            <a:avLst/>
            <a:gdLst/>
            <a:ahLst/>
            <a:cxnLst/>
            <a:rect l="l" t="t" r="r" b="b"/>
            <a:pathLst>
              <a:path w="5518150" h="942975">
                <a:moveTo>
                  <a:pt x="5351545" y="0"/>
                </a:moveTo>
                <a:lnTo>
                  <a:pt x="166590" y="0"/>
                </a:lnTo>
                <a:lnTo>
                  <a:pt x="137678" y="31947"/>
                </a:lnTo>
                <a:lnTo>
                  <a:pt x="111519" y="67004"/>
                </a:lnTo>
                <a:lnTo>
                  <a:pt x="88114" y="104862"/>
                </a:lnTo>
                <a:lnTo>
                  <a:pt x="67462" y="145207"/>
                </a:lnTo>
                <a:lnTo>
                  <a:pt x="49564" y="187730"/>
                </a:lnTo>
                <a:lnTo>
                  <a:pt x="34419" y="232120"/>
                </a:lnTo>
                <a:lnTo>
                  <a:pt x="22028" y="278064"/>
                </a:lnTo>
                <a:lnTo>
                  <a:pt x="12391" y="325253"/>
                </a:lnTo>
                <a:lnTo>
                  <a:pt x="5507" y="373375"/>
                </a:lnTo>
                <a:lnTo>
                  <a:pt x="1376" y="422119"/>
                </a:lnTo>
                <a:lnTo>
                  <a:pt x="0" y="471175"/>
                </a:lnTo>
                <a:lnTo>
                  <a:pt x="1376" y="520230"/>
                </a:lnTo>
                <a:lnTo>
                  <a:pt x="5507" y="568974"/>
                </a:lnTo>
                <a:lnTo>
                  <a:pt x="12391" y="617096"/>
                </a:lnTo>
                <a:lnTo>
                  <a:pt x="22028" y="664285"/>
                </a:lnTo>
                <a:lnTo>
                  <a:pt x="34419" y="710229"/>
                </a:lnTo>
                <a:lnTo>
                  <a:pt x="49564" y="754619"/>
                </a:lnTo>
                <a:lnTo>
                  <a:pt x="67462" y="797142"/>
                </a:lnTo>
                <a:lnTo>
                  <a:pt x="88114" y="837487"/>
                </a:lnTo>
                <a:lnTo>
                  <a:pt x="111519" y="875345"/>
                </a:lnTo>
                <a:lnTo>
                  <a:pt x="137678" y="910402"/>
                </a:lnTo>
                <a:lnTo>
                  <a:pt x="166590" y="942350"/>
                </a:lnTo>
                <a:lnTo>
                  <a:pt x="5351545" y="942350"/>
                </a:lnTo>
                <a:lnTo>
                  <a:pt x="5380457" y="910402"/>
                </a:lnTo>
                <a:lnTo>
                  <a:pt x="5406616" y="875345"/>
                </a:lnTo>
                <a:lnTo>
                  <a:pt x="5430021" y="837487"/>
                </a:lnTo>
                <a:lnTo>
                  <a:pt x="5450673" y="797142"/>
                </a:lnTo>
                <a:lnTo>
                  <a:pt x="5468571" y="754619"/>
                </a:lnTo>
                <a:lnTo>
                  <a:pt x="5483716" y="710229"/>
                </a:lnTo>
                <a:lnTo>
                  <a:pt x="5496107" y="664285"/>
                </a:lnTo>
                <a:lnTo>
                  <a:pt x="5505745" y="617096"/>
                </a:lnTo>
                <a:lnTo>
                  <a:pt x="5512628" y="568974"/>
                </a:lnTo>
                <a:lnTo>
                  <a:pt x="5516759" y="520230"/>
                </a:lnTo>
                <a:lnTo>
                  <a:pt x="5518136" y="471175"/>
                </a:lnTo>
                <a:lnTo>
                  <a:pt x="5516759" y="422119"/>
                </a:lnTo>
                <a:lnTo>
                  <a:pt x="5512628" y="373375"/>
                </a:lnTo>
                <a:lnTo>
                  <a:pt x="5505745" y="325253"/>
                </a:lnTo>
                <a:lnTo>
                  <a:pt x="5496107" y="278064"/>
                </a:lnTo>
                <a:lnTo>
                  <a:pt x="5483716" y="232120"/>
                </a:lnTo>
                <a:lnTo>
                  <a:pt x="5468571" y="187730"/>
                </a:lnTo>
                <a:lnTo>
                  <a:pt x="5450673" y="145207"/>
                </a:lnTo>
                <a:lnTo>
                  <a:pt x="5430021" y="104862"/>
                </a:lnTo>
                <a:lnTo>
                  <a:pt x="5406616" y="67004"/>
                </a:lnTo>
                <a:lnTo>
                  <a:pt x="5380457" y="31947"/>
                </a:lnTo>
                <a:lnTo>
                  <a:pt x="5351545" y="0"/>
                </a:lnTo>
                <a:close/>
              </a:path>
            </a:pathLst>
          </a:custGeom>
          <a:solidFill>
            <a:srgbClr val="FBF485">
              <a:alpha val="39999"/>
            </a:srgbClr>
          </a:solidFill>
        </p:spPr>
        <p:txBody>
          <a:bodyPr wrap="square" lIns="0" tIns="0" rIns="0" bIns="0" rtlCol="0"/>
          <a:lstStyle/>
          <a:p>
            <a:endParaRPr/>
          </a:p>
        </p:txBody>
      </p:sp>
      <p:sp>
        <p:nvSpPr>
          <p:cNvPr id="29" name="bg object 29"/>
          <p:cNvSpPr/>
          <p:nvPr/>
        </p:nvSpPr>
        <p:spPr>
          <a:xfrm>
            <a:off x="11466779" y="7435146"/>
            <a:ext cx="5181600" cy="471805"/>
          </a:xfrm>
          <a:custGeom>
            <a:avLst/>
            <a:gdLst/>
            <a:ahLst/>
            <a:cxnLst/>
            <a:rect l="l" t="t" r="r" b="b"/>
            <a:pathLst>
              <a:path w="5181600" h="471804">
                <a:moveTo>
                  <a:pt x="5098569" y="0"/>
                </a:moveTo>
                <a:lnTo>
                  <a:pt x="82606" y="0"/>
                </a:lnTo>
                <a:lnTo>
                  <a:pt x="55071" y="33503"/>
                </a:lnTo>
                <a:lnTo>
                  <a:pt x="33042" y="72606"/>
                </a:lnTo>
                <a:lnTo>
                  <a:pt x="16521" y="116063"/>
                </a:lnTo>
                <a:lnTo>
                  <a:pt x="5507" y="162631"/>
                </a:lnTo>
                <a:lnTo>
                  <a:pt x="0" y="211066"/>
                </a:lnTo>
                <a:lnTo>
                  <a:pt x="0" y="260122"/>
                </a:lnTo>
                <a:lnTo>
                  <a:pt x="5507" y="308557"/>
                </a:lnTo>
                <a:lnTo>
                  <a:pt x="16521" y="355125"/>
                </a:lnTo>
                <a:lnTo>
                  <a:pt x="33042" y="398582"/>
                </a:lnTo>
                <a:lnTo>
                  <a:pt x="55071" y="437685"/>
                </a:lnTo>
                <a:lnTo>
                  <a:pt x="82606" y="471189"/>
                </a:lnTo>
                <a:lnTo>
                  <a:pt x="5098569" y="471189"/>
                </a:lnTo>
                <a:lnTo>
                  <a:pt x="5126105" y="437685"/>
                </a:lnTo>
                <a:lnTo>
                  <a:pt x="5148133" y="398582"/>
                </a:lnTo>
                <a:lnTo>
                  <a:pt x="5164655" y="355125"/>
                </a:lnTo>
                <a:lnTo>
                  <a:pt x="5175669" y="308557"/>
                </a:lnTo>
                <a:lnTo>
                  <a:pt x="5181176" y="260122"/>
                </a:lnTo>
                <a:lnTo>
                  <a:pt x="5181176" y="211066"/>
                </a:lnTo>
                <a:lnTo>
                  <a:pt x="5175669" y="162631"/>
                </a:lnTo>
                <a:lnTo>
                  <a:pt x="5164655" y="116063"/>
                </a:lnTo>
                <a:lnTo>
                  <a:pt x="5148133" y="72606"/>
                </a:lnTo>
                <a:lnTo>
                  <a:pt x="5126105" y="33503"/>
                </a:lnTo>
                <a:lnTo>
                  <a:pt x="5098569" y="0"/>
                </a:lnTo>
                <a:close/>
              </a:path>
            </a:pathLst>
          </a:custGeom>
          <a:solidFill>
            <a:srgbClr val="FBF485">
              <a:alpha val="39999"/>
            </a:srgbClr>
          </a:solidFill>
        </p:spPr>
        <p:txBody>
          <a:bodyPr wrap="square" lIns="0" tIns="0" rIns="0" bIns="0" rtlCol="0"/>
          <a:lstStyle/>
          <a:p>
            <a:endParaRPr/>
          </a:p>
        </p:txBody>
      </p:sp>
      <p:sp>
        <p:nvSpPr>
          <p:cNvPr id="30" name="bg object 30"/>
          <p:cNvSpPr/>
          <p:nvPr/>
        </p:nvSpPr>
        <p:spPr>
          <a:xfrm>
            <a:off x="11466779" y="6681244"/>
            <a:ext cx="8186420" cy="471805"/>
          </a:xfrm>
          <a:custGeom>
            <a:avLst/>
            <a:gdLst/>
            <a:ahLst/>
            <a:cxnLst/>
            <a:rect l="l" t="t" r="r" b="b"/>
            <a:pathLst>
              <a:path w="8186419" h="471804">
                <a:moveTo>
                  <a:pt x="8103491" y="0"/>
                </a:moveTo>
                <a:lnTo>
                  <a:pt x="82606" y="0"/>
                </a:lnTo>
                <a:lnTo>
                  <a:pt x="55071" y="33503"/>
                </a:lnTo>
                <a:lnTo>
                  <a:pt x="33042" y="72606"/>
                </a:lnTo>
                <a:lnTo>
                  <a:pt x="16521" y="116063"/>
                </a:lnTo>
                <a:lnTo>
                  <a:pt x="5507" y="162631"/>
                </a:lnTo>
                <a:lnTo>
                  <a:pt x="0" y="211066"/>
                </a:lnTo>
                <a:lnTo>
                  <a:pt x="0" y="260122"/>
                </a:lnTo>
                <a:lnTo>
                  <a:pt x="5507" y="308557"/>
                </a:lnTo>
                <a:lnTo>
                  <a:pt x="16521" y="355125"/>
                </a:lnTo>
                <a:lnTo>
                  <a:pt x="33042" y="398582"/>
                </a:lnTo>
                <a:lnTo>
                  <a:pt x="55071" y="437685"/>
                </a:lnTo>
                <a:lnTo>
                  <a:pt x="82606" y="471189"/>
                </a:lnTo>
                <a:lnTo>
                  <a:pt x="8103491" y="471189"/>
                </a:lnTo>
                <a:lnTo>
                  <a:pt x="8131026" y="437685"/>
                </a:lnTo>
                <a:lnTo>
                  <a:pt x="8153055" y="398582"/>
                </a:lnTo>
                <a:lnTo>
                  <a:pt x="8169576" y="355125"/>
                </a:lnTo>
                <a:lnTo>
                  <a:pt x="8180590" y="308557"/>
                </a:lnTo>
                <a:lnTo>
                  <a:pt x="8186097" y="260122"/>
                </a:lnTo>
                <a:lnTo>
                  <a:pt x="8186097" y="211066"/>
                </a:lnTo>
                <a:lnTo>
                  <a:pt x="8180590" y="162631"/>
                </a:lnTo>
                <a:lnTo>
                  <a:pt x="8169576" y="116063"/>
                </a:lnTo>
                <a:lnTo>
                  <a:pt x="8153055" y="72606"/>
                </a:lnTo>
                <a:lnTo>
                  <a:pt x="8131026" y="33503"/>
                </a:lnTo>
                <a:lnTo>
                  <a:pt x="8103491" y="0"/>
                </a:lnTo>
                <a:close/>
              </a:path>
            </a:pathLst>
          </a:custGeom>
          <a:solidFill>
            <a:srgbClr val="FBF485">
              <a:alpha val="39999"/>
            </a:srgbClr>
          </a:solidFill>
        </p:spPr>
        <p:txBody>
          <a:bodyPr wrap="square" lIns="0" tIns="0" rIns="0" bIns="0" rtlCol="0"/>
          <a:lstStyle/>
          <a:p>
            <a:endParaRPr/>
          </a:p>
        </p:txBody>
      </p:sp>
      <p:sp>
        <p:nvSpPr>
          <p:cNvPr id="31" name="bg object 31"/>
          <p:cNvSpPr/>
          <p:nvPr/>
        </p:nvSpPr>
        <p:spPr>
          <a:xfrm>
            <a:off x="11466779" y="5927342"/>
            <a:ext cx="8187055" cy="471805"/>
          </a:xfrm>
          <a:custGeom>
            <a:avLst/>
            <a:gdLst/>
            <a:ahLst/>
            <a:cxnLst/>
            <a:rect l="l" t="t" r="r" b="b"/>
            <a:pathLst>
              <a:path w="8187055" h="471804">
                <a:moveTo>
                  <a:pt x="8104121" y="0"/>
                </a:moveTo>
                <a:lnTo>
                  <a:pt x="82606" y="0"/>
                </a:lnTo>
                <a:lnTo>
                  <a:pt x="55071" y="33503"/>
                </a:lnTo>
                <a:lnTo>
                  <a:pt x="33042" y="72606"/>
                </a:lnTo>
                <a:lnTo>
                  <a:pt x="16521" y="116063"/>
                </a:lnTo>
                <a:lnTo>
                  <a:pt x="5507" y="162631"/>
                </a:lnTo>
                <a:lnTo>
                  <a:pt x="0" y="211066"/>
                </a:lnTo>
                <a:lnTo>
                  <a:pt x="0" y="260122"/>
                </a:lnTo>
                <a:lnTo>
                  <a:pt x="5507" y="308557"/>
                </a:lnTo>
                <a:lnTo>
                  <a:pt x="16521" y="355125"/>
                </a:lnTo>
                <a:lnTo>
                  <a:pt x="33042" y="398582"/>
                </a:lnTo>
                <a:lnTo>
                  <a:pt x="55071" y="437685"/>
                </a:lnTo>
                <a:lnTo>
                  <a:pt x="82606" y="471189"/>
                </a:lnTo>
                <a:lnTo>
                  <a:pt x="8104121" y="471189"/>
                </a:lnTo>
                <a:lnTo>
                  <a:pt x="8131657" y="437685"/>
                </a:lnTo>
                <a:lnTo>
                  <a:pt x="8153685" y="398582"/>
                </a:lnTo>
                <a:lnTo>
                  <a:pt x="8170206" y="355125"/>
                </a:lnTo>
                <a:lnTo>
                  <a:pt x="8181221" y="308557"/>
                </a:lnTo>
                <a:lnTo>
                  <a:pt x="8186728" y="260122"/>
                </a:lnTo>
                <a:lnTo>
                  <a:pt x="8186728" y="211066"/>
                </a:lnTo>
                <a:lnTo>
                  <a:pt x="8181221" y="162631"/>
                </a:lnTo>
                <a:lnTo>
                  <a:pt x="8170206" y="116063"/>
                </a:lnTo>
                <a:lnTo>
                  <a:pt x="8153685" y="72606"/>
                </a:lnTo>
                <a:lnTo>
                  <a:pt x="8131657" y="33503"/>
                </a:lnTo>
                <a:lnTo>
                  <a:pt x="8104121" y="0"/>
                </a:lnTo>
                <a:close/>
              </a:path>
            </a:pathLst>
          </a:custGeom>
          <a:solidFill>
            <a:srgbClr val="FBF485">
              <a:alpha val="39999"/>
            </a:srgbClr>
          </a:solidFill>
        </p:spPr>
        <p:txBody>
          <a:bodyPr wrap="square" lIns="0" tIns="0" rIns="0" bIns="0" rtlCol="0"/>
          <a:lstStyle/>
          <a:p>
            <a:endParaRPr/>
          </a:p>
        </p:txBody>
      </p:sp>
      <p:sp>
        <p:nvSpPr>
          <p:cNvPr id="32" name="bg object 32"/>
          <p:cNvSpPr/>
          <p:nvPr/>
        </p:nvSpPr>
        <p:spPr>
          <a:xfrm>
            <a:off x="11466779" y="5173440"/>
            <a:ext cx="8187055" cy="471805"/>
          </a:xfrm>
          <a:custGeom>
            <a:avLst/>
            <a:gdLst/>
            <a:ahLst/>
            <a:cxnLst/>
            <a:rect l="l" t="t" r="r" b="b"/>
            <a:pathLst>
              <a:path w="8187055" h="471804">
                <a:moveTo>
                  <a:pt x="8104293" y="0"/>
                </a:moveTo>
                <a:lnTo>
                  <a:pt x="82606" y="0"/>
                </a:lnTo>
                <a:lnTo>
                  <a:pt x="55071" y="33503"/>
                </a:lnTo>
                <a:lnTo>
                  <a:pt x="33042" y="72606"/>
                </a:lnTo>
                <a:lnTo>
                  <a:pt x="16521" y="116063"/>
                </a:lnTo>
                <a:lnTo>
                  <a:pt x="5507" y="162631"/>
                </a:lnTo>
                <a:lnTo>
                  <a:pt x="0" y="211066"/>
                </a:lnTo>
                <a:lnTo>
                  <a:pt x="0" y="260122"/>
                </a:lnTo>
                <a:lnTo>
                  <a:pt x="5507" y="308557"/>
                </a:lnTo>
                <a:lnTo>
                  <a:pt x="16521" y="355125"/>
                </a:lnTo>
                <a:lnTo>
                  <a:pt x="33042" y="398582"/>
                </a:lnTo>
                <a:lnTo>
                  <a:pt x="55071" y="437685"/>
                </a:lnTo>
                <a:lnTo>
                  <a:pt x="82606" y="471189"/>
                </a:lnTo>
                <a:lnTo>
                  <a:pt x="8104293" y="471189"/>
                </a:lnTo>
                <a:lnTo>
                  <a:pt x="8131828" y="437685"/>
                </a:lnTo>
                <a:lnTo>
                  <a:pt x="8153857" y="398582"/>
                </a:lnTo>
                <a:lnTo>
                  <a:pt x="8170378" y="355125"/>
                </a:lnTo>
                <a:lnTo>
                  <a:pt x="8181392" y="308557"/>
                </a:lnTo>
                <a:lnTo>
                  <a:pt x="8186900" y="260122"/>
                </a:lnTo>
                <a:lnTo>
                  <a:pt x="8186900" y="211066"/>
                </a:lnTo>
                <a:lnTo>
                  <a:pt x="8181392" y="162631"/>
                </a:lnTo>
                <a:lnTo>
                  <a:pt x="8170378" y="116063"/>
                </a:lnTo>
                <a:lnTo>
                  <a:pt x="8153857" y="72606"/>
                </a:lnTo>
                <a:lnTo>
                  <a:pt x="8131828" y="33503"/>
                </a:lnTo>
                <a:lnTo>
                  <a:pt x="8104293" y="0"/>
                </a:lnTo>
                <a:close/>
              </a:path>
            </a:pathLst>
          </a:custGeom>
          <a:solidFill>
            <a:srgbClr val="FBF485">
              <a:alpha val="39999"/>
            </a:srgbClr>
          </a:solidFill>
        </p:spPr>
        <p:txBody>
          <a:bodyPr wrap="square" lIns="0" tIns="0" rIns="0" bIns="0" rtlCol="0"/>
          <a:lstStyle/>
          <a:p>
            <a:endParaRPr/>
          </a:p>
        </p:txBody>
      </p:sp>
      <p:sp>
        <p:nvSpPr>
          <p:cNvPr id="33" name="bg object 33"/>
          <p:cNvSpPr/>
          <p:nvPr/>
        </p:nvSpPr>
        <p:spPr>
          <a:xfrm>
            <a:off x="11466779" y="4419537"/>
            <a:ext cx="2717800" cy="471805"/>
          </a:xfrm>
          <a:custGeom>
            <a:avLst/>
            <a:gdLst/>
            <a:ahLst/>
            <a:cxnLst/>
            <a:rect l="l" t="t" r="r" b="b"/>
            <a:pathLst>
              <a:path w="2717800" h="471804">
                <a:moveTo>
                  <a:pt x="2635199" y="0"/>
                </a:moveTo>
                <a:lnTo>
                  <a:pt x="82606" y="0"/>
                </a:lnTo>
                <a:lnTo>
                  <a:pt x="55071" y="33503"/>
                </a:lnTo>
                <a:lnTo>
                  <a:pt x="33042" y="72606"/>
                </a:lnTo>
                <a:lnTo>
                  <a:pt x="16521" y="116063"/>
                </a:lnTo>
                <a:lnTo>
                  <a:pt x="5507" y="162631"/>
                </a:lnTo>
                <a:lnTo>
                  <a:pt x="0" y="211066"/>
                </a:lnTo>
                <a:lnTo>
                  <a:pt x="0" y="260122"/>
                </a:lnTo>
                <a:lnTo>
                  <a:pt x="5507" y="308557"/>
                </a:lnTo>
                <a:lnTo>
                  <a:pt x="16521" y="355125"/>
                </a:lnTo>
                <a:lnTo>
                  <a:pt x="33042" y="398582"/>
                </a:lnTo>
                <a:lnTo>
                  <a:pt x="55071" y="437685"/>
                </a:lnTo>
                <a:lnTo>
                  <a:pt x="82606" y="471189"/>
                </a:lnTo>
                <a:lnTo>
                  <a:pt x="2635199" y="471189"/>
                </a:lnTo>
                <a:lnTo>
                  <a:pt x="2662734" y="437685"/>
                </a:lnTo>
                <a:lnTo>
                  <a:pt x="2684763" y="398582"/>
                </a:lnTo>
                <a:lnTo>
                  <a:pt x="2701284" y="355125"/>
                </a:lnTo>
                <a:lnTo>
                  <a:pt x="2712298" y="308557"/>
                </a:lnTo>
                <a:lnTo>
                  <a:pt x="2717805" y="260122"/>
                </a:lnTo>
                <a:lnTo>
                  <a:pt x="2717805" y="211066"/>
                </a:lnTo>
                <a:lnTo>
                  <a:pt x="2712298" y="162631"/>
                </a:lnTo>
                <a:lnTo>
                  <a:pt x="2701284" y="116063"/>
                </a:lnTo>
                <a:lnTo>
                  <a:pt x="2684763" y="72606"/>
                </a:lnTo>
                <a:lnTo>
                  <a:pt x="2662734" y="33503"/>
                </a:lnTo>
                <a:lnTo>
                  <a:pt x="2635199" y="0"/>
                </a:lnTo>
                <a:close/>
              </a:path>
            </a:pathLst>
          </a:custGeom>
          <a:solidFill>
            <a:srgbClr val="FBF485">
              <a:alpha val="39999"/>
            </a:srgbClr>
          </a:solidFill>
        </p:spPr>
        <p:txBody>
          <a:bodyPr wrap="square" lIns="0" tIns="0" rIns="0" bIns="0" rtlCol="0"/>
          <a:lstStyle/>
          <a:p>
            <a:endParaRPr/>
          </a:p>
        </p:txBody>
      </p:sp>
      <p:sp>
        <p:nvSpPr>
          <p:cNvPr id="34" name="bg object 34"/>
          <p:cNvSpPr/>
          <p:nvPr/>
        </p:nvSpPr>
        <p:spPr>
          <a:xfrm>
            <a:off x="11466779" y="3665635"/>
            <a:ext cx="8187055" cy="471805"/>
          </a:xfrm>
          <a:custGeom>
            <a:avLst/>
            <a:gdLst/>
            <a:ahLst/>
            <a:cxnLst/>
            <a:rect l="l" t="t" r="r" b="b"/>
            <a:pathLst>
              <a:path w="8187055" h="471804">
                <a:moveTo>
                  <a:pt x="8103970" y="0"/>
                </a:moveTo>
                <a:lnTo>
                  <a:pt x="82606" y="0"/>
                </a:lnTo>
                <a:lnTo>
                  <a:pt x="55071" y="33503"/>
                </a:lnTo>
                <a:lnTo>
                  <a:pt x="33042" y="72606"/>
                </a:lnTo>
                <a:lnTo>
                  <a:pt x="16521" y="116063"/>
                </a:lnTo>
                <a:lnTo>
                  <a:pt x="5507" y="162631"/>
                </a:lnTo>
                <a:lnTo>
                  <a:pt x="0" y="211066"/>
                </a:lnTo>
                <a:lnTo>
                  <a:pt x="0" y="260122"/>
                </a:lnTo>
                <a:lnTo>
                  <a:pt x="5507" y="308557"/>
                </a:lnTo>
                <a:lnTo>
                  <a:pt x="16521" y="355125"/>
                </a:lnTo>
                <a:lnTo>
                  <a:pt x="33042" y="398582"/>
                </a:lnTo>
                <a:lnTo>
                  <a:pt x="55071" y="437685"/>
                </a:lnTo>
                <a:lnTo>
                  <a:pt x="82606" y="471189"/>
                </a:lnTo>
                <a:lnTo>
                  <a:pt x="8103970" y="471189"/>
                </a:lnTo>
                <a:lnTo>
                  <a:pt x="8131506" y="437685"/>
                </a:lnTo>
                <a:lnTo>
                  <a:pt x="8153534" y="398582"/>
                </a:lnTo>
                <a:lnTo>
                  <a:pt x="8170056" y="355125"/>
                </a:lnTo>
                <a:lnTo>
                  <a:pt x="8181070" y="308557"/>
                </a:lnTo>
                <a:lnTo>
                  <a:pt x="8186577" y="260122"/>
                </a:lnTo>
                <a:lnTo>
                  <a:pt x="8186577" y="211066"/>
                </a:lnTo>
                <a:lnTo>
                  <a:pt x="8181070" y="162631"/>
                </a:lnTo>
                <a:lnTo>
                  <a:pt x="8170056" y="116063"/>
                </a:lnTo>
                <a:lnTo>
                  <a:pt x="8153534" y="72606"/>
                </a:lnTo>
                <a:lnTo>
                  <a:pt x="8131506" y="33503"/>
                </a:lnTo>
                <a:lnTo>
                  <a:pt x="8103970" y="0"/>
                </a:lnTo>
                <a:close/>
              </a:path>
            </a:pathLst>
          </a:custGeom>
          <a:solidFill>
            <a:srgbClr val="FBF485">
              <a:alpha val="39999"/>
            </a:srgbClr>
          </a:solidFill>
        </p:spPr>
        <p:txBody>
          <a:bodyPr wrap="square" lIns="0" tIns="0" rIns="0" bIns="0" rtlCol="0"/>
          <a:lstStyle/>
          <a:p>
            <a:endParaRPr/>
          </a:p>
        </p:txBody>
      </p:sp>
      <p:sp>
        <p:nvSpPr>
          <p:cNvPr id="35" name="bg object 35"/>
          <p:cNvSpPr/>
          <p:nvPr/>
        </p:nvSpPr>
        <p:spPr>
          <a:xfrm>
            <a:off x="11466779" y="2911732"/>
            <a:ext cx="8186420" cy="471805"/>
          </a:xfrm>
          <a:custGeom>
            <a:avLst/>
            <a:gdLst/>
            <a:ahLst/>
            <a:cxnLst/>
            <a:rect l="l" t="t" r="r" b="b"/>
            <a:pathLst>
              <a:path w="8186419" h="471804">
                <a:moveTo>
                  <a:pt x="8103644" y="0"/>
                </a:moveTo>
                <a:lnTo>
                  <a:pt x="82606" y="0"/>
                </a:lnTo>
                <a:lnTo>
                  <a:pt x="55071" y="33503"/>
                </a:lnTo>
                <a:lnTo>
                  <a:pt x="33042" y="72606"/>
                </a:lnTo>
                <a:lnTo>
                  <a:pt x="16521" y="116063"/>
                </a:lnTo>
                <a:lnTo>
                  <a:pt x="5507" y="162631"/>
                </a:lnTo>
                <a:lnTo>
                  <a:pt x="0" y="211066"/>
                </a:lnTo>
                <a:lnTo>
                  <a:pt x="0" y="260122"/>
                </a:lnTo>
                <a:lnTo>
                  <a:pt x="5507" y="308557"/>
                </a:lnTo>
                <a:lnTo>
                  <a:pt x="16521" y="355125"/>
                </a:lnTo>
                <a:lnTo>
                  <a:pt x="33042" y="398582"/>
                </a:lnTo>
                <a:lnTo>
                  <a:pt x="55071" y="437685"/>
                </a:lnTo>
                <a:lnTo>
                  <a:pt x="82606" y="471189"/>
                </a:lnTo>
                <a:lnTo>
                  <a:pt x="8103644" y="471189"/>
                </a:lnTo>
                <a:lnTo>
                  <a:pt x="8131179" y="437685"/>
                </a:lnTo>
                <a:lnTo>
                  <a:pt x="8153208" y="398582"/>
                </a:lnTo>
                <a:lnTo>
                  <a:pt x="8169729" y="355125"/>
                </a:lnTo>
                <a:lnTo>
                  <a:pt x="8180743" y="308557"/>
                </a:lnTo>
                <a:lnTo>
                  <a:pt x="8186250" y="260122"/>
                </a:lnTo>
                <a:lnTo>
                  <a:pt x="8186250" y="211066"/>
                </a:lnTo>
                <a:lnTo>
                  <a:pt x="8180743" y="162631"/>
                </a:lnTo>
                <a:lnTo>
                  <a:pt x="8169729" y="116063"/>
                </a:lnTo>
                <a:lnTo>
                  <a:pt x="8153208" y="72606"/>
                </a:lnTo>
                <a:lnTo>
                  <a:pt x="8131179" y="33503"/>
                </a:lnTo>
                <a:lnTo>
                  <a:pt x="8103644" y="0"/>
                </a:lnTo>
                <a:close/>
              </a:path>
            </a:pathLst>
          </a:custGeom>
          <a:solidFill>
            <a:srgbClr val="FBF485">
              <a:alpha val="39999"/>
            </a:srgbClr>
          </a:solidFill>
        </p:spPr>
        <p:txBody>
          <a:bodyPr wrap="square" lIns="0" tIns="0" rIns="0" bIns="0" rtlCol="0"/>
          <a:lstStyle/>
          <a:p>
            <a:endParaRPr/>
          </a:p>
        </p:txBody>
      </p:sp>
      <p:sp>
        <p:nvSpPr>
          <p:cNvPr id="36" name="bg object 36"/>
          <p:cNvSpPr/>
          <p:nvPr/>
        </p:nvSpPr>
        <p:spPr>
          <a:xfrm>
            <a:off x="11600282" y="2157830"/>
            <a:ext cx="8052434" cy="471805"/>
          </a:xfrm>
          <a:custGeom>
            <a:avLst/>
            <a:gdLst/>
            <a:ahLst/>
            <a:cxnLst/>
            <a:rect l="l" t="t" r="r" b="b"/>
            <a:pathLst>
              <a:path w="8052434" h="471805">
                <a:moveTo>
                  <a:pt x="7969332" y="0"/>
                </a:moveTo>
                <a:lnTo>
                  <a:pt x="82606" y="0"/>
                </a:lnTo>
                <a:lnTo>
                  <a:pt x="55071" y="33503"/>
                </a:lnTo>
                <a:lnTo>
                  <a:pt x="33042" y="72606"/>
                </a:lnTo>
                <a:lnTo>
                  <a:pt x="16521" y="116063"/>
                </a:lnTo>
                <a:lnTo>
                  <a:pt x="5507" y="162631"/>
                </a:lnTo>
                <a:lnTo>
                  <a:pt x="0" y="211066"/>
                </a:lnTo>
                <a:lnTo>
                  <a:pt x="0" y="260122"/>
                </a:lnTo>
                <a:lnTo>
                  <a:pt x="5507" y="308557"/>
                </a:lnTo>
                <a:lnTo>
                  <a:pt x="16521" y="355125"/>
                </a:lnTo>
                <a:lnTo>
                  <a:pt x="33042" y="398582"/>
                </a:lnTo>
                <a:lnTo>
                  <a:pt x="55071" y="437685"/>
                </a:lnTo>
                <a:lnTo>
                  <a:pt x="82606" y="471189"/>
                </a:lnTo>
                <a:lnTo>
                  <a:pt x="7969332" y="471189"/>
                </a:lnTo>
                <a:lnTo>
                  <a:pt x="7996868" y="437685"/>
                </a:lnTo>
                <a:lnTo>
                  <a:pt x="8018896" y="398582"/>
                </a:lnTo>
                <a:lnTo>
                  <a:pt x="8035418" y="355125"/>
                </a:lnTo>
                <a:lnTo>
                  <a:pt x="8046432" y="308557"/>
                </a:lnTo>
                <a:lnTo>
                  <a:pt x="8051939" y="260122"/>
                </a:lnTo>
                <a:lnTo>
                  <a:pt x="8051939" y="211066"/>
                </a:lnTo>
                <a:lnTo>
                  <a:pt x="8046432" y="162631"/>
                </a:lnTo>
                <a:lnTo>
                  <a:pt x="8035418" y="116063"/>
                </a:lnTo>
                <a:lnTo>
                  <a:pt x="8018896" y="72606"/>
                </a:lnTo>
                <a:lnTo>
                  <a:pt x="7996868" y="33503"/>
                </a:lnTo>
                <a:lnTo>
                  <a:pt x="7969332" y="0"/>
                </a:lnTo>
                <a:close/>
              </a:path>
            </a:pathLst>
          </a:custGeom>
          <a:solidFill>
            <a:srgbClr val="FBF485">
              <a:alpha val="39999"/>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950" b="0" i="0">
                <a:solidFill>
                  <a:srgbClr val="006969"/>
                </a:solidFill>
                <a:latin typeface="Futura PT Book"/>
                <a:cs typeface="Futura PT Book"/>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1536686" y="2145120"/>
            <a:ext cx="8047355" cy="5680075"/>
          </a:xfrm>
          <a:prstGeom prst="rect">
            <a:avLst/>
          </a:prstGeom>
        </p:spPr>
        <p:txBody>
          <a:bodyPr wrap="square" lIns="0" tIns="0" rIns="0" bIns="0">
            <a:spAutoFit/>
          </a:bodyPr>
          <a:lstStyle>
            <a:lvl1pPr>
              <a:defRPr sz="2450" b="0" i="0">
                <a:solidFill>
                  <a:schemeClr val="tx1"/>
                </a:solidFill>
                <a:latin typeface="Futura PT Book"/>
                <a:cs typeface="Futura PT Book"/>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94EB4AB-1829-47B8-90F5-EEA403C3F884}" type="datetime1">
              <a:rPr lang="en-US" smtClean="0"/>
              <a:t>4/8/2026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20104099" cy="11308556"/>
          </a:xfrm>
          <a:prstGeom prst="rect">
            <a:avLst/>
          </a:prstGeom>
        </p:spPr>
      </p:pic>
      <p:sp>
        <p:nvSpPr>
          <p:cNvPr id="2" name="Holder 2"/>
          <p:cNvSpPr>
            <a:spLocks noGrp="1"/>
          </p:cNvSpPr>
          <p:nvPr>
            <p:ph type="title"/>
          </p:nvPr>
        </p:nvSpPr>
        <p:spPr/>
        <p:txBody>
          <a:bodyPr lIns="0" tIns="0" rIns="0" bIns="0"/>
          <a:lstStyle>
            <a:lvl1pPr>
              <a:defRPr sz="4950" b="0" i="0">
                <a:solidFill>
                  <a:srgbClr val="006969"/>
                </a:solidFill>
                <a:latin typeface="Futura PT Book"/>
                <a:cs typeface="Futura PT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4191CDE-1ACC-4163-BF28-7501AC56C01E}" type="datetime1">
              <a:rPr lang="en-US" smtClean="0"/>
              <a:t>4/8/2026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582D863C-4E39-468F-B2DF-5BE5EE367C79}" type="datetime1">
              <a:rPr lang="en-US" smtClean="0"/>
              <a:t>4/8/2026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70003" y="635022"/>
            <a:ext cx="10242550" cy="806069"/>
          </a:xfrm>
          <a:prstGeom prst="rect">
            <a:avLst/>
          </a:prstGeom>
        </p:spPr>
        <p:txBody>
          <a:bodyPr wrap="square" lIns="0" tIns="0" rIns="0" bIns="0">
            <a:spAutoFit/>
          </a:bodyPr>
          <a:lstStyle>
            <a:lvl1pPr>
              <a:defRPr sz="4950" b="0" i="0">
                <a:solidFill>
                  <a:srgbClr val="006969"/>
                </a:solidFill>
                <a:latin typeface="Futura PT Book"/>
                <a:cs typeface="Futura PT Book"/>
              </a:defRPr>
            </a:lvl1pPr>
          </a:lstStyle>
          <a:p>
            <a:endParaRPr/>
          </a:p>
        </p:txBody>
      </p:sp>
      <p:sp>
        <p:nvSpPr>
          <p:cNvPr id="3" name="Holder 3"/>
          <p:cNvSpPr>
            <a:spLocks noGrp="1"/>
          </p:cNvSpPr>
          <p:nvPr>
            <p:ph type="body" idx="1"/>
          </p:nvPr>
        </p:nvSpPr>
        <p:spPr>
          <a:xfrm>
            <a:off x="502725" y="2125098"/>
            <a:ext cx="15055215" cy="2538729"/>
          </a:xfrm>
          <a:prstGeom prst="rect">
            <a:avLst/>
          </a:prstGeom>
        </p:spPr>
        <p:txBody>
          <a:bodyPr wrap="square" lIns="0" tIns="0" rIns="0" bIns="0">
            <a:spAutoFit/>
          </a:bodyPr>
          <a:lstStyle>
            <a:lvl1pPr>
              <a:defRPr sz="2450" b="0" i="0">
                <a:solidFill>
                  <a:schemeClr val="tx1"/>
                </a:solidFill>
                <a:latin typeface="Futura PT Book"/>
                <a:cs typeface="Futura PT Book"/>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CC19EB55-CF1E-425A-B433-6D085A3D4FFE}" type="datetime1">
              <a:rPr lang="en-US" smtClean="0"/>
              <a:t>4/8/2026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jpe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image" Target="../media/image8.png"/><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6" name="Imagem 25">
            <a:extLst>
              <a:ext uri="{FF2B5EF4-FFF2-40B4-BE49-F238E27FC236}">
                <a16:creationId xmlns:a16="http://schemas.microsoft.com/office/drawing/2014/main" id="{6E3267F5-5B2B-4A6D-1A57-80B37F348FB5}"/>
              </a:ext>
            </a:extLst>
          </p:cNvPr>
          <p:cNvPicPr>
            <a:picLocks noChangeAspect="1"/>
          </p:cNvPicPr>
          <p:nvPr/>
        </p:nvPicPr>
        <p:blipFill>
          <a:blip r:embed="rId2"/>
          <a:stretch>
            <a:fillRect/>
          </a:stretch>
        </p:blipFill>
        <p:spPr>
          <a:xfrm>
            <a:off x="0" y="-10398"/>
            <a:ext cx="20085649" cy="11319748"/>
          </a:xfrm>
          <a:prstGeom prst="rect">
            <a:avLst/>
          </a:prstGeom>
        </p:spPr>
      </p:pic>
      <p:grpSp>
        <p:nvGrpSpPr>
          <p:cNvPr id="2" name="object 2"/>
          <p:cNvGrpSpPr/>
          <p:nvPr/>
        </p:nvGrpSpPr>
        <p:grpSpPr>
          <a:xfrm>
            <a:off x="361393" y="4816475"/>
            <a:ext cx="5575858" cy="2462510"/>
            <a:chOff x="361392" y="4397355"/>
            <a:chExt cx="7104493" cy="2881630"/>
          </a:xfrm>
        </p:grpSpPr>
        <p:sp>
          <p:nvSpPr>
            <p:cNvPr id="6" name="object 6"/>
            <p:cNvSpPr/>
            <p:nvPr/>
          </p:nvSpPr>
          <p:spPr>
            <a:xfrm>
              <a:off x="361392" y="5825665"/>
              <a:ext cx="6750050" cy="26670"/>
            </a:xfrm>
            <a:custGeom>
              <a:avLst/>
              <a:gdLst/>
              <a:ahLst/>
              <a:cxnLst/>
              <a:rect l="l" t="t" r="r" b="b"/>
              <a:pathLst>
                <a:path w="6750050" h="26670">
                  <a:moveTo>
                    <a:pt x="6750056" y="0"/>
                  </a:moveTo>
                  <a:lnTo>
                    <a:pt x="0" y="0"/>
                  </a:lnTo>
                  <a:lnTo>
                    <a:pt x="0" y="26093"/>
                  </a:lnTo>
                  <a:lnTo>
                    <a:pt x="6750056" y="26093"/>
                  </a:lnTo>
                  <a:lnTo>
                    <a:pt x="6750056" y="0"/>
                  </a:lnTo>
                  <a:close/>
                </a:path>
              </a:pathLst>
            </a:custGeom>
            <a:solidFill>
              <a:srgbClr val="FFFFFF"/>
            </a:solidFill>
          </p:spPr>
          <p:txBody>
            <a:bodyPr wrap="square" lIns="0" tIns="0" rIns="0" bIns="0" rtlCol="0"/>
            <a:lstStyle/>
            <a:p>
              <a:endParaRPr/>
            </a:p>
          </p:txBody>
        </p:sp>
        <p:pic>
          <p:nvPicPr>
            <p:cNvPr id="7" name="object 7"/>
            <p:cNvPicPr/>
            <p:nvPr/>
          </p:nvPicPr>
          <p:blipFill>
            <a:blip r:embed="rId3" cstate="print"/>
            <a:stretch>
              <a:fillRect/>
            </a:stretch>
          </p:blipFill>
          <p:spPr>
            <a:xfrm>
              <a:off x="495785" y="4682695"/>
              <a:ext cx="4660580" cy="1591800"/>
            </a:xfrm>
            <a:prstGeom prst="rect">
              <a:avLst/>
            </a:prstGeom>
          </p:spPr>
        </p:pic>
        <p:sp>
          <p:nvSpPr>
            <p:cNvPr id="8" name="object 8"/>
            <p:cNvSpPr/>
            <p:nvPr/>
          </p:nvSpPr>
          <p:spPr>
            <a:xfrm>
              <a:off x="5400230" y="4397355"/>
              <a:ext cx="2065655" cy="2881630"/>
            </a:xfrm>
            <a:custGeom>
              <a:avLst/>
              <a:gdLst/>
              <a:ahLst/>
              <a:cxnLst/>
              <a:rect l="l" t="t" r="r" b="b"/>
              <a:pathLst>
                <a:path w="2065654" h="2881629">
                  <a:moveTo>
                    <a:pt x="2065502" y="2384907"/>
                  </a:moveTo>
                  <a:lnTo>
                    <a:pt x="2052561" y="2368512"/>
                  </a:lnTo>
                  <a:lnTo>
                    <a:pt x="2039924" y="2351862"/>
                  </a:lnTo>
                  <a:lnTo>
                    <a:pt x="2016823" y="2328976"/>
                  </a:lnTo>
                  <a:lnTo>
                    <a:pt x="1972957" y="2273300"/>
                  </a:lnTo>
                  <a:lnTo>
                    <a:pt x="1952294" y="2240750"/>
                  </a:lnTo>
                  <a:lnTo>
                    <a:pt x="1932546" y="2205253"/>
                  </a:lnTo>
                  <a:lnTo>
                    <a:pt x="1913775" y="2166912"/>
                  </a:lnTo>
                  <a:lnTo>
                    <a:pt x="1896021" y="2125878"/>
                  </a:lnTo>
                  <a:lnTo>
                    <a:pt x="1879358" y="2082279"/>
                  </a:lnTo>
                  <a:lnTo>
                    <a:pt x="1863813" y="2036229"/>
                  </a:lnTo>
                  <a:lnTo>
                    <a:pt x="1849462" y="1987880"/>
                  </a:lnTo>
                  <a:lnTo>
                    <a:pt x="1836356" y="1937334"/>
                  </a:lnTo>
                  <a:lnTo>
                    <a:pt x="1824532" y="1884743"/>
                  </a:lnTo>
                  <a:lnTo>
                    <a:pt x="1814055" y="1830235"/>
                  </a:lnTo>
                  <a:lnTo>
                    <a:pt x="1804987" y="1773936"/>
                  </a:lnTo>
                  <a:lnTo>
                    <a:pt x="1797367" y="1715973"/>
                  </a:lnTo>
                  <a:lnTo>
                    <a:pt x="1791258" y="1656473"/>
                  </a:lnTo>
                  <a:lnTo>
                    <a:pt x="1786712" y="1595564"/>
                  </a:lnTo>
                  <a:lnTo>
                    <a:pt x="1783778" y="1533398"/>
                  </a:lnTo>
                  <a:lnTo>
                    <a:pt x="273951" y="1533398"/>
                  </a:lnTo>
                  <a:lnTo>
                    <a:pt x="271068" y="1594573"/>
                  </a:lnTo>
                  <a:lnTo>
                    <a:pt x="266623" y="1654530"/>
                  </a:lnTo>
                  <a:lnTo>
                    <a:pt x="260680" y="1713115"/>
                  </a:lnTo>
                  <a:lnTo>
                    <a:pt x="253263" y="1770227"/>
                  </a:lnTo>
                  <a:lnTo>
                    <a:pt x="244436" y="1825739"/>
                  </a:lnTo>
                  <a:lnTo>
                    <a:pt x="234251" y="1879536"/>
                  </a:lnTo>
                  <a:lnTo>
                    <a:pt x="222758" y="1931466"/>
                  </a:lnTo>
                  <a:lnTo>
                    <a:pt x="210007" y="1981441"/>
                  </a:lnTo>
                  <a:lnTo>
                    <a:pt x="196049" y="2029307"/>
                  </a:lnTo>
                  <a:lnTo>
                    <a:pt x="180949" y="2074964"/>
                  </a:lnTo>
                  <a:lnTo>
                    <a:pt x="164731" y="2118271"/>
                  </a:lnTo>
                  <a:lnTo>
                    <a:pt x="147459" y="2159114"/>
                  </a:lnTo>
                  <a:lnTo>
                    <a:pt x="129197" y="2197379"/>
                  </a:lnTo>
                  <a:lnTo>
                    <a:pt x="109982" y="2232914"/>
                  </a:lnTo>
                  <a:lnTo>
                    <a:pt x="89852" y="2265629"/>
                  </a:lnTo>
                  <a:lnTo>
                    <a:pt x="47117" y="2322055"/>
                  </a:lnTo>
                  <a:lnTo>
                    <a:pt x="35725" y="2338057"/>
                  </a:lnTo>
                  <a:lnTo>
                    <a:pt x="24091" y="2353894"/>
                  </a:lnTo>
                  <a:lnTo>
                    <a:pt x="12192" y="2369515"/>
                  </a:lnTo>
                  <a:lnTo>
                    <a:pt x="12" y="2384907"/>
                  </a:lnTo>
                  <a:lnTo>
                    <a:pt x="12" y="2881490"/>
                  </a:lnTo>
                  <a:lnTo>
                    <a:pt x="39039" y="2851950"/>
                  </a:lnTo>
                  <a:lnTo>
                    <a:pt x="77050" y="2821178"/>
                  </a:lnTo>
                  <a:lnTo>
                    <a:pt x="114033" y="2789212"/>
                  </a:lnTo>
                  <a:lnTo>
                    <a:pt x="149948" y="2756077"/>
                  </a:lnTo>
                  <a:lnTo>
                    <a:pt x="184759" y="2721800"/>
                  </a:lnTo>
                  <a:lnTo>
                    <a:pt x="218452" y="2686405"/>
                  </a:lnTo>
                  <a:lnTo>
                    <a:pt x="250990" y="2649944"/>
                  </a:lnTo>
                  <a:lnTo>
                    <a:pt x="282333" y="2612428"/>
                  </a:lnTo>
                  <a:lnTo>
                    <a:pt x="312470" y="2573883"/>
                  </a:lnTo>
                  <a:lnTo>
                    <a:pt x="341363" y="2534348"/>
                  </a:lnTo>
                  <a:lnTo>
                    <a:pt x="368973" y="2493861"/>
                  </a:lnTo>
                  <a:lnTo>
                    <a:pt x="395300" y="2452433"/>
                  </a:lnTo>
                  <a:lnTo>
                    <a:pt x="420281" y="2410104"/>
                  </a:lnTo>
                  <a:lnTo>
                    <a:pt x="443903" y="2366899"/>
                  </a:lnTo>
                  <a:lnTo>
                    <a:pt x="466140" y="2322842"/>
                  </a:lnTo>
                  <a:lnTo>
                    <a:pt x="486943" y="2277986"/>
                  </a:lnTo>
                  <a:lnTo>
                    <a:pt x="506310" y="2232329"/>
                  </a:lnTo>
                  <a:lnTo>
                    <a:pt x="524205" y="2185924"/>
                  </a:lnTo>
                  <a:lnTo>
                    <a:pt x="540575" y="2138781"/>
                  </a:lnTo>
                  <a:lnTo>
                    <a:pt x="555421" y="2090953"/>
                  </a:lnTo>
                  <a:lnTo>
                    <a:pt x="568693" y="2042452"/>
                  </a:lnTo>
                  <a:lnTo>
                    <a:pt x="580377" y="1993303"/>
                  </a:lnTo>
                  <a:lnTo>
                    <a:pt x="590435" y="1943557"/>
                  </a:lnTo>
                  <a:lnTo>
                    <a:pt x="598830" y="1893227"/>
                  </a:lnTo>
                  <a:lnTo>
                    <a:pt x="605548" y="1842338"/>
                  </a:lnTo>
                  <a:lnTo>
                    <a:pt x="610552" y="1790941"/>
                  </a:lnTo>
                  <a:lnTo>
                    <a:pt x="886383" y="1790941"/>
                  </a:lnTo>
                  <a:lnTo>
                    <a:pt x="886383" y="2486279"/>
                  </a:lnTo>
                  <a:lnTo>
                    <a:pt x="1180299" y="2486279"/>
                  </a:lnTo>
                  <a:lnTo>
                    <a:pt x="1180299" y="1790941"/>
                  </a:lnTo>
                  <a:lnTo>
                    <a:pt x="1454924" y="1790941"/>
                  </a:lnTo>
                  <a:lnTo>
                    <a:pt x="1459928" y="1842338"/>
                  </a:lnTo>
                  <a:lnTo>
                    <a:pt x="1466646" y="1893227"/>
                  </a:lnTo>
                  <a:lnTo>
                    <a:pt x="1475054" y="1943557"/>
                  </a:lnTo>
                  <a:lnTo>
                    <a:pt x="1485099" y="1993303"/>
                  </a:lnTo>
                  <a:lnTo>
                    <a:pt x="1496783" y="2042452"/>
                  </a:lnTo>
                  <a:lnTo>
                    <a:pt x="1510068" y="2090953"/>
                  </a:lnTo>
                  <a:lnTo>
                    <a:pt x="1524914" y="2138781"/>
                  </a:lnTo>
                  <a:lnTo>
                    <a:pt x="1541284" y="2185924"/>
                  </a:lnTo>
                  <a:lnTo>
                    <a:pt x="1559179" y="2232329"/>
                  </a:lnTo>
                  <a:lnTo>
                    <a:pt x="1578546" y="2277986"/>
                  </a:lnTo>
                  <a:lnTo>
                    <a:pt x="1599361" y="2322842"/>
                  </a:lnTo>
                  <a:lnTo>
                    <a:pt x="1621599" y="2366899"/>
                  </a:lnTo>
                  <a:lnTo>
                    <a:pt x="1645221" y="2410104"/>
                  </a:lnTo>
                  <a:lnTo>
                    <a:pt x="1670202" y="2452433"/>
                  </a:lnTo>
                  <a:lnTo>
                    <a:pt x="1696529" y="2493861"/>
                  </a:lnTo>
                  <a:lnTo>
                    <a:pt x="1724152" y="2534348"/>
                  </a:lnTo>
                  <a:lnTo>
                    <a:pt x="1753044" y="2573883"/>
                  </a:lnTo>
                  <a:lnTo>
                    <a:pt x="1783181" y="2612428"/>
                  </a:lnTo>
                  <a:lnTo>
                    <a:pt x="1814525" y="2649944"/>
                  </a:lnTo>
                  <a:lnTo>
                    <a:pt x="1847062" y="2686405"/>
                  </a:lnTo>
                  <a:lnTo>
                    <a:pt x="1880755" y="2721800"/>
                  </a:lnTo>
                  <a:lnTo>
                    <a:pt x="1915566" y="2756077"/>
                  </a:lnTo>
                  <a:lnTo>
                    <a:pt x="1951482" y="2789212"/>
                  </a:lnTo>
                  <a:lnTo>
                    <a:pt x="1988464" y="2821178"/>
                  </a:lnTo>
                  <a:lnTo>
                    <a:pt x="2026475" y="2851950"/>
                  </a:lnTo>
                  <a:lnTo>
                    <a:pt x="2065502" y="2881490"/>
                  </a:lnTo>
                  <a:lnTo>
                    <a:pt x="2065502" y="2384907"/>
                  </a:lnTo>
                  <a:close/>
                </a:path>
                <a:path w="2065654" h="2881629">
                  <a:moveTo>
                    <a:pt x="2065502" y="0"/>
                  </a:moveTo>
                  <a:lnTo>
                    <a:pt x="2026475" y="29540"/>
                  </a:lnTo>
                  <a:lnTo>
                    <a:pt x="1988464" y="60299"/>
                  </a:lnTo>
                  <a:lnTo>
                    <a:pt x="1951482" y="92265"/>
                  </a:lnTo>
                  <a:lnTo>
                    <a:pt x="1915566" y="125399"/>
                  </a:lnTo>
                  <a:lnTo>
                    <a:pt x="1880755" y="159664"/>
                  </a:lnTo>
                  <a:lnTo>
                    <a:pt x="1847062" y="195046"/>
                  </a:lnTo>
                  <a:lnTo>
                    <a:pt x="1814525" y="231508"/>
                  </a:lnTo>
                  <a:lnTo>
                    <a:pt x="1783181" y="269024"/>
                  </a:lnTo>
                  <a:lnTo>
                    <a:pt x="1753044" y="307555"/>
                  </a:lnTo>
                  <a:lnTo>
                    <a:pt x="1724152" y="347078"/>
                  </a:lnTo>
                  <a:lnTo>
                    <a:pt x="1696529" y="387578"/>
                  </a:lnTo>
                  <a:lnTo>
                    <a:pt x="1670215" y="428993"/>
                  </a:lnTo>
                  <a:lnTo>
                    <a:pt x="1645234" y="471322"/>
                  </a:lnTo>
                  <a:lnTo>
                    <a:pt x="1621599" y="514527"/>
                  </a:lnTo>
                  <a:lnTo>
                    <a:pt x="1599374" y="558571"/>
                  </a:lnTo>
                  <a:lnTo>
                    <a:pt x="1578559" y="603440"/>
                  </a:lnTo>
                  <a:lnTo>
                    <a:pt x="1559191" y="649084"/>
                  </a:lnTo>
                  <a:lnTo>
                    <a:pt x="1541310" y="695502"/>
                  </a:lnTo>
                  <a:lnTo>
                    <a:pt x="1524927" y="742632"/>
                  </a:lnTo>
                  <a:lnTo>
                    <a:pt x="1510080" y="790460"/>
                  </a:lnTo>
                  <a:lnTo>
                    <a:pt x="1496809" y="838974"/>
                  </a:lnTo>
                  <a:lnTo>
                    <a:pt x="1485138" y="888111"/>
                  </a:lnTo>
                  <a:lnTo>
                    <a:pt x="1475079" y="937856"/>
                  </a:lnTo>
                  <a:lnTo>
                    <a:pt x="1466684" y="988199"/>
                  </a:lnTo>
                  <a:lnTo>
                    <a:pt x="1459966" y="1039075"/>
                  </a:lnTo>
                  <a:lnTo>
                    <a:pt x="1454975" y="1090485"/>
                  </a:lnTo>
                  <a:lnTo>
                    <a:pt x="1179131" y="1090485"/>
                  </a:lnTo>
                  <a:lnTo>
                    <a:pt x="1179131" y="395211"/>
                  </a:lnTo>
                  <a:lnTo>
                    <a:pt x="885190" y="395211"/>
                  </a:lnTo>
                  <a:lnTo>
                    <a:pt x="885190" y="1090485"/>
                  </a:lnTo>
                  <a:lnTo>
                    <a:pt x="610552" y="1090485"/>
                  </a:lnTo>
                  <a:lnTo>
                    <a:pt x="605548" y="1039075"/>
                  </a:lnTo>
                  <a:lnTo>
                    <a:pt x="598830" y="988199"/>
                  </a:lnTo>
                  <a:lnTo>
                    <a:pt x="590435" y="937856"/>
                  </a:lnTo>
                  <a:lnTo>
                    <a:pt x="580377" y="888111"/>
                  </a:lnTo>
                  <a:lnTo>
                    <a:pt x="568693" y="838974"/>
                  </a:lnTo>
                  <a:lnTo>
                    <a:pt x="555421" y="790460"/>
                  </a:lnTo>
                  <a:lnTo>
                    <a:pt x="540575" y="742632"/>
                  </a:lnTo>
                  <a:lnTo>
                    <a:pt x="524205" y="695502"/>
                  </a:lnTo>
                  <a:lnTo>
                    <a:pt x="506310" y="649084"/>
                  </a:lnTo>
                  <a:lnTo>
                    <a:pt x="486956" y="603440"/>
                  </a:lnTo>
                  <a:lnTo>
                    <a:pt x="466140" y="558571"/>
                  </a:lnTo>
                  <a:lnTo>
                    <a:pt x="443903" y="514527"/>
                  </a:lnTo>
                  <a:lnTo>
                    <a:pt x="420281" y="471322"/>
                  </a:lnTo>
                  <a:lnTo>
                    <a:pt x="395300" y="428993"/>
                  </a:lnTo>
                  <a:lnTo>
                    <a:pt x="368973" y="387578"/>
                  </a:lnTo>
                  <a:lnTo>
                    <a:pt x="341363" y="347078"/>
                  </a:lnTo>
                  <a:lnTo>
                    <a:pt x="312470" y="307555"/>
                  </a:lnTo>
                  <a:lnTo>
                    <a:pt x="282333" y="269024"/>
                  </a:lnTo>
                  <a:lnTo>
                    <a:pt x="250977" y="231508"/>
                  </a:lnTo>
                  <a:lnTo>
                    <a:pt x="218452" y="195046"/>
                  </a:lnTo>
                  <a:lnTo>
                    <a:pt x="184759" y="159664"/>
                  </a:lnTo>
                  <a:lnTo>
                    <a:pt x="149936" y="125399"/>
                  </a:lnTo>
                  <a:lnTo>
                    <a:pt x="114033" y="92265"/>
                  </a:lnTo>
                  <a:lnTo>
                    <a:pt x="77050" y="60299"/>
                  </a:lnTo>
                  <a:lnTo>
                    <a:pt x="39027" y="29540"/>
                  </a:lnTo>
                  <a:lnTo>
                    <a:pt x="0" y="0"/>
                  </a:lnTo>
                  <a:lnTo>
                    <a:pt x="0" y="496557"/>
                  </a:lnTo>
                  <a:lnTo>
                    <a:pt x="19291" y="521258"/>
                  </a:lnTo>
                  <a:lnTo>
                    <a:pt x="25565" y="529551"/>
                  </a:lnTo>
                  <a:lnTo>
                    <a:pt x="71018" y="578700"/>
                  </a:lnTo>
                  <a:lnTo>
                    <a:pt x="113220" y="640715"/>
                  </a:lnTo>
                  <a:lnTo>
                    <a:pt x="132969" y="676224"/>
                  </a:lnTo>
                  <a:lnTo>
                    <a:pt x="151739" y="714565"/>
                  </a:lnTo>
                  <a:lnTo>
                    <a:pt x="169494" y="755611"/>
                  </a:lnTo>
                  <a:lnTo>
                    <a:pt x="186156" y="799211"/>
                  </a:lnTo>
                  <a:lnTo>
                    <a:pt x="201701" y="845261"/>
                  </a:lnTo>
                  <a:lnTo>
                    <a:pt x="216052" y="893622"/>
                  </a:lnTo>
                  <a:lnTo>
                    <a:pt x="229158" y="944156"/>
                  </a:lnTo>
                  <a:lnTo>
                    <a:pt x="240982" y="996734"/>
                  </a:lnTo>
                  <a:lnTo>
                    <a:pt x="251460" y="1051242"/>
                  </a:lnTo>
                  <a:lnTo>
                    <a:pt x="260527" y="1107541"/>
                  </a:lnTo>
                  <a:lnTo>
                    <a:pt x="268147" y="1165504"/>
                  </a:lnTo>
                  <a:lnTo>
                    <a:pt x="274269" y="1224991"/>
                  </a:lnTo>
                  <a:lnTo>
                    <a:pt x="278815" y="1285875"/>
                  </a:lnTo>
                  <a:lnTo>
                    <a:pt x="281762" y="1348028"/>
                  </a:lnTo>
                  <a:lnTo>
                    <a:pt x="1791576" y="1348028"/>
                  </a:lnTo>
                  <a:lnTo>
                    <a:pt x="1794459" y="1286865"/>
                  </a:lnTo>
                  <a:lnTo>
                    <a:pt x="1798891" y="1226921"/>
                  </a:lnTo>
                  <a:lnTo>
                    <a:pt x="1804847" y="1168336"/>
                  </a:lnTo>
                  <a:lnTo>
                    <a:pt x="1812264" y="1111224"/>
                  </a:lnTo>
                  <a:lnTo>
                    <a:pt x="1821078" y="1055712"/>
                  </a:lnTo>
                  <a:lnTo>
                    <a:pt x="1831263" y="1001928"/>
                  </a:lnTo>
                  <a:lnTo>
                    <a:pt x="1842757" y="949998"/>
                  </a:lnTo>
                  <a:lnTo>
                    <a:pt x="1855508" y="900023"/>
                  </a:lnTo>
                  <a:lnTo>
                    <a:pt x="1869465" y="852157"/>
                  </a:lnTo>
                  <a:lnTo>
                    <a:pt x="1884565" y="806500"/>
                  </a:lnTo>
                  <a:lnTo>
                    <a:pt x="1900783" y="763193"/>
                  </a:lnTo>
                  <a:lnTo>
                    <a:pt x="1918055" y="722337"/>
                  </a:lnTo>
                  <a:lnTo>
                    <a:pt x="1936318" y="684085"/>
                  </a:lnTo>
                  <a:lnTo>
                    <a:pt x="1955546" y="648538"/>
                  </a:lnTo>
                  <a:lnTo>
                    <a:pt x="1975662" y="615823"/>
                  </a:lnTo>
                  <a:lnTo>
                    <a:pt x="2018411" y="559396"/>
                  </a:lnTo>
                  <a:lnTo>
                    <a:pt x="2029790" y="543407"/>
                  </a:lnTo>
                  <a:lnTo>
                    <a:pt x="2041423" y="527583"/>
                  </a:lnTo>
                  <a:lnTo>
                    <a:pt x="2053323" y="511949"/>
                  </a:lnTo>
                  <a:lnTo>
                    <a:pt x="2065502" y="496557"/>
                  </a:lnTo>
                  <a:lnTo>
                    <a:pt x="2065502" y="0"/>
                  </a:lnTo>
                  <a:close/>
                </a:path>
              </a:pathLst>
            </a:custGeom>
            <a:solidFill>
              <a:srgbClr val="C99C7B"/>
            </a:solidFill>
          </p:spPr>
          <p:txBody>
            <a:bodyPr wrap="square" lIns="0" tIns="0" rIns="0" bIns="0" rtlCol="0"/>
            <a:lstStyle/>
            <a:p>
              <a:endParaRPr/>
            </a:p>
          </p:txBody>
        </p:sp>
      </p:grpSp>
      <p:sp>
        <p:nvSpPr>
          <p:cNvPr id="4" name="Retângulo 3">
            <a:extLst>
              <a:ext uri="{FF2B5EF4-FFF2-40B4-BE49-F238E27FC236}">
                <a16:creationId xmlns:a16="http://schemas.microsoft.com/office/drawing/2014/main" id="{198E4AAA-9DB1-349F-A96E-D4A1D73A7EA7}"/>
              </a:ext>
            </a:extLst>
          </p:cNvPr>
          <p:cNvSpPr/>
          <p:nvPr/>
        </p:nvSpPr>
        <p:spPr>
          <a:xfrm>
            <a:off x="-1" y="8931275"/>
            <a:ext cx="20085649" cy="1752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object 9">
            <a:extLst>
              <a:ext uri="{FF2B5EF4-FFF2-40B4-BE49-F238E27FC236}">
                <a16:creationId xmlns:a16="http://schemas.microsoft.com/office/drawing/2014/main" id="{7E5680FA-4237-6933-605C-670A63F6FD02}"/>
              </a:ext>
            </a:extLst>
          </p:cNvPr>
          <p:cNvSpPr txBox="1">
            <a:spLocks noGrp="1"/>
          </p:cNvSpPr>
          <p:nvPr>
            <p:ph type="title"/>
          </p:nvPr>
        </p:nvSpPr>
        <p:spPr>
          <a:xfrm>
            <a:off x="1280452" y="9188540"/>
            <a:ext cx="6071199" cy="1340752"/>
          </a:xfrm>
          <a:prstGeom prst="rect">
            <a:avLst/>
          </a:prstGeom>
        </p:spPr>
        <p:txBody>
          <a:bodyPr vert="horz" wrap="square" lIns="0" tIns="17145" rIns="0" bIns="0" rtlCol="0">
            <a:spAutoFit/>
          </a:bodyPr>
          <a:lstStyle/>
          <a:p>
            <a:r>
              <a:rPr lang="pt-BR" sz="5400" dirty="0">
                <a:solidFill>
                  <a:srgbClr val="036C68"/>
                </a:solidFill>
                <a:latin typeface="Futura Lt BT" panose="020B0402020204020303" pitchFamily="34" charset="0"/>
              </a:rPr>
              <a:t>Proposta</a:t>
            </a:r>
            <a:r>
              <a:rPr lang="pt-BR" sz="5400" spc="-114" dirty="0">
                <a:solidFill>
                  <a:srgbClr val="036C68"/>
                </a:solidFill>
                <a:latin typeface="Futura Lt BT" panose="020B0402020204020303" pitchFamily="34" charset="0"/>
              </a:rPr>
              <a:t> </a:t>
            </a:r>
            <a:r>
              <a:rPr lang="pt-BR" sz="5400" spc="-10" dirty="0">
                <a:solidFill>
                  <a:srgbClr val="036C68"/>
                </a:solidFill>
                <a:latin typeface="Futura Lt BT" panose="020B0402020204020303" pitchFamily="34" charset="0"/>
              </a:rPr>
              <a:t>Comercial</a:t>
            </a:r>
            <a:br>
              <a:rPr lang="pt-BR" sz="5400" spc="-10" dirty="0">
                <a:solidFill>
                  <a:srgbClr val="036C68"/>
                </a:solidFill>
                <a:latin typeface="Futura Lt BT" panose="020B0402020204020303" pitchFamily="34" charset="0"/>
              </a:rPr>
            </a:br>
            <a:r>
              <a:rPr sz="3200" spc="-10" dirty="0">
                <a:solidFill>
                  <a:srgbClr val="036C68"/>
                </a:solidFill>
                <a:latin typeface="Futura Lt BT" panose="020B0402020204020303" pitchFamily="34" charset="0"/>
              </a:rPr>
              <a:t>{{NUMERO_PROPOSTA}}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FA44E3DE-71BC-C2CC-38EB-4CD4D023122A}"/>
              </a:ext>
            </a:extLst>
          </p:cNvPr>
          <p:cNvPicPr>
            <a:picLocks noChangeAspect="1"/>
          </p:cNvPicPr>
          <p:nvPr/>
        </p:nvPicPr>
        <p:blipFill>
          <a:blip r:embed="rId2" cstate="print"/>
          <a:srcRect/>
          <a:stretch>
            <a:fillRect/>
          </a:stretch>
        </p:blipFill>
        <p:spPr bwMode="auto">
          <a:xfrm>
            <a:off x="10900706" y="6217436"/>
            <a:ext cx="5281151" cy="2121020"/>
          </a:xfrm>
          <a:prstGeom prst="rect">
            <a:avLst/>
          </a:prstGeom>
          <a:noFill/>
          <a:ln w="9525">
            <a:noFill/>
            <a:miter lim="800000"/>
            <a:headEnd/>
            <a:tailEnd/>
          </a:ln>
        </p:spPr>
      </p:pic>
      <p:sp>
        <p:nvSpPr>
          <p:cNvPr id="20" name="object 20"/>
          <p:cNvSpPr txBox="1"/>
          <p:nvPr/>
        </p:nvSpPr>
        <p:spPr>
          <a:xfrm>
            <a:off x="7881090" y="3754195"/>
            <a:ext cx="11176635" cy="1910714"/>
          </a:xfrm>
          <a:prstGeom prst="rect">
            <a:avLst/>
          </a:prstGeom>
        </p:spPr>
        <p:txBody>
          <a:bodyPr vert="horz" wrap="square" lIns="0" tIns="15240" rIns="0" bIns="0" rtlCol="0">
            <a:spAutoFit/>
          </a:bodyPr>
          <a:lstStyle/>
          <a:p>
            <a:pPr marL="12700">
              <a:lnSpc>
                <a:spcPct val="100000"/>
              </a:lnSpc>
              <a:spcBef>
                <a:spcPts val="120"/>
              </a:spcBef>
            </a:pPr>
            <a:r>
              <a:rPr lang="pt-BR" sz="2450" dirty="0">
                <a:latin typeface="Futura Lt BT" panose="020B0402020204020303" pitchFamily="34" charset="0"/>
              </a:rPr>
              <a:t>Prezado </a:t>
            </a:r>
            <a:r>
              <a:rPr sz="2450" dirty="0">
                <a:latin typeface="Futura Lt BT" panose="020B0402020204020303" pitchFamily="34" charset="0"/>
              </a:rPr>
              <a:t>{{NOME_CONTATO}}</a:t>
            </a:r>
          </a:p>
          <a:p>
            <a:pPr>
              <a:lnSpc>
                <a:spcPct val="100000"/>
              </a:lnSpc>
              <a:spcBef>
                <a:spcPts val="20"/>
              </a:spcBef>
            </a:pPr>
            <a:endParaRPr sz="2450" dirty="0">
              <a:latin typeface="Futura Lt BT" panose="020B0402020204020303" pitchFamily="34" charset="0"/>
            </a:endParaRPr>
          </a:p>
          <a:p>
            <a:pPr marL="12700" marR="5080">
              <a:lnSpc>
                <a:spcPct val="101000"/>
              </a:lnSpc>
            </a:pPr>
            <a:r>
              <a:rPr sz="2450" dirty="0">
                <a:latin typeface="Futura Lt BT" panose="020B0402020204020303" pitchFamily="34" charset="0"/>
                <a:cs typeface="Futura PT Book"/>
              </a:rPr>
              <a:t>Sentimo-nos</a:t>
            </a:r>
            <a:r>
              <a:rPr sz="2450" spc="-10" dirty="0">
                <a:latin typeface="Futura Lt BT" panose="020B0402020204020303" pitchFamily="34" charset="0"/>
                <a:cs typeface="Futura PT Book"/>
              </a:rPr>
              <a:t> </a:t>
            </a:r>
            <a:r>
              <a:rPr sz="2450" dirty="0">
                <a:latin typeface="Futura Lt BT" panose="020B0402020204020303" pitchFamily="34" charset="0"/>
                <a:cs typeface="Futura PT Book"/>
              </a:rPr>
              <a:t>honrados</a:t>
            </a:r>
            <a:r>
              <a:rPr sz="2450" spc="-5" dirty="0">
                <a:latin typeface="Futura Lt BT" panose="020B0402020204020303" pitchFamily="34" charset="0"/>
                <a:cs typeface="Futura PT Book"/>
              </a:rPr>
              <a:t> </a:t>
            </a:r>
            <a:r>
              <a:rPr sz="2450" dirty="0">
                <a:latin typeface="Futura Lt BT" panose="020B0402020204020303" pitchFamily="34" charset="0"/>
                <a:cs typeface="Futura PT Book"/>
              </a:rPr>
              <a:t>com</a:t>
            </a:r>
            <a:r>
              <a:rPr sz="2450" spc="-5" dirty="0">
                <a:latin typeface="Futura Lt BT" panose="020B0402020204020303" pitchFamily="34" charset="0"/>
                <a:cs typeface="Futura PT Book"/>
              </a:rPr>
              <a:t> </a:t>
            </a:r>
            <a:r>
              <a:rPr sz="2450" dirty="0">
                <a:latin typeface="Futura Lt BT" panose="020B0402020204020303" pitchFamily="34" charset="0"/>
                <a:cs typeface="Futura PT Book"/>
              </a:rPr>
              <a:t>a</a:t>
            </a:r>
            <a:r>
              <a:rPr sz="2450" spc="-5" dirty="0">
                <a:latin typeface="Futura Lt BT" panose="020B0402020204020303" pitchFamily="34" charset="0"/>
                <a:cs typeface="Futura PT Book"/>
              </a:rPr>
              <a:t> </a:t>
            </a:r>
            <a:r>
              <a:rPr sz="2450" dirty="0">
                <a:latin typeface="Futura Lt BT" panose="020B0402020204020303" pitchFamily="34" charset="0"/>
                <a:cs typeface="Futura PT Book"/>
              </a:rPr>
              <a:t>demonstração</a:t>
            </a:r>
            <a:r>
              <a:rPr sz="2450" spc="-10" dirty="0">
                <a:latin typeface="Futura Lt BT" panose="020B0402020204020303" pitchFamily="34" charset="0"/>
                <a:cs typeface="Futura PT Book"/>
              </a:rPr>
              <a:t> </a:t>
            </a:r>
            <a:r>
              <a:rPr sz="2450" dirty="0">
                <a:latin typeface="Futura Lt BT" panose="020B0402020204020303" pitchFamily="34" charset="0"/>
                <a:cs typeface="Futura PT Book"/>
              </a:rPr>
              <a:t>de</a:t>
            </a:r>
            <a:r>
              <a:rPr sz="2450" spc="-5" dirty="0">
                <a:latin typeface="Futura Lt BT" panose="020B0402020204020303" pitchFamily="34" charset="0"/>
                <a:cs typeface="Futura PT Book"/>
              </a:rPr>
              <a:t> </a:t>
            </a:r>
            <a:r>
              <a:rPr sz="2450" dirty="0">
                <a:latin typeface="Futura Lt BT" panose="020B0402020204020303" pitchFamily="34" charset="0"/>
                <a:cs typeface="Futura PT Book"/>
              </a:rPr>
              <a:t>confiança</a:t>
            </a:r>
            <a:r>
              <a:rPr sz="2450" spc="-5" dirty="0">
                <a:latin typeface="Futura Lt BT" panose="020B0402020204020303" pitchFamily="34" charset="0"/>
                <a:cs typeface="Futura PT Book"/>
              </a:rPr>
              <a:t> </a:t>
            </a:r>
            <a:r>
              <a:rPr sz="2450" dirty="0">
                <a:latin typeface="Futura Lt BT" panose="020B0402020204020303" pitchFamily="34" charset="0"/>
                <a:cs typeface="Futura PT Book"/>
              </a:rPr>
              <a:t>manifestada</a:t>
            </a:r>
            <a:r>
              <a:rPr sz="2450" spc="-5" dirty="0">
                <a:latin typeface="Futura Lt BT" panose="020B0402020204020303" pitchFamily="34" charset="0"/>
                <a:cs typeface="Futura PT Book"/>
              </a:rPr>
              <a:t> </a:t>
            </a:r>
            <a:r>
              <a:rPr sz="2450" dirty="0">
                <a:latin typeface="Futura Lt BT" panose="020B0402020204020303" pitchFamily="34" charset="0"/>
                <a:cs typeface="Futura PT Book"/>
              </a:rPr>
              <a:t>através</a:t>
            </a:r>
            <a:r>
              <a:rPr sz="2450" spc="-5" dirty="0">
                <a:latin typeface="Futura Lt BT" panose="020B0402020204020303" pitchFamily="34" charset="0"/>
                <a:cs typeface="Futura PT Book"/>
              </a:rPr>
              <a:t> </a:t>
            </a:r>
            <a:r>
              <a:rPr sz="2450" dirty="0">
                <a:latin typeface="Futura Lt BT" panose="020B0402020204020303" pitchFamily="34" charset="0"/>
                <a:cs typeface="Futura PT Book"/>
              </a:rPr>
              <a:t>do</a:t>
            </a:r>
            <a:r>
              <a:rPr sz="2450" spc="-10" dirty="0">
                <a:latin typeface="Futura Lt BT" panose="020B0402020204020303" pitchFamily="34" charset="0"/>
                <a:cs typeface="Futura PT Book"/>
              </a:rPr>
              <a:t> convite </a:t>
            </a:r>
            <a:r>
              <a:rPr sz="2450" dirty="0">
                <a:latin typeface="Futura Lt BT" panose="020B0402020204020303" pitchFamily="34" charset="0"/>
                <a:cs typeface="Futura PT Book"/>
              </a:rPr>
              <a:t>recebido</a:t>
            </a:r>
            <a:r>
              <a:rPr sz="2450" spc="-25" dirty="0">
                <a:latin typeface="Futura Lt BT" panose="020B0402020204020303" pitchFamily="34" charset="0"/>
                <a:cs typeface="Futura PT Book"/>
              </a:rPr>
              <a:t> </a:t>
            </a:r>
            <a:r>
              <a:rPr sz="2450" dirty="0">
                <a:latin typeface="Futura Lt BT" panose="020B0402020204020303" pitchFamily="34" charset="0"/>
                <a:cs typeface="Futura PT Book"/>
              </a:rPr>
              <a:t>de</a:t>
            </a:r>
            <a:r>
              <a:rPr sz="2450" spc="-20" dirty="0">
                <a:latin typeface="Futura Lt BT" panose="020B0402020204020303" pitchFamily="34" charset="0"/>
                <a:cs typeface="Futura PT Book"/>
              </a:rPr>
              <a:t> </a:t>
            </a:r>
            <a:r>
              <a:rPr sz="2450" spc="-10" dirty="0">
                <a:latin typeface="Futura Lt BT" panose="020B0402020204020303" pitchFamily="34" charset="0"/>
                <a:cs typeface="Futura PT Book"/>
              </a:rPr>
              <a:t>V.Sas.</a:t>
            </a:r>
            <a:r>
              <a:rPr sz="2450" spc="-20" dirty="0">
                <a:latin typeface="Futura Lt BT" panose="020B0402020204020303" pitchFamily="34" charset="0"/>
                <a:cs typeface="Futura PT Book"/>
              </a:rPr>
              <a:t> </a:t>
            </a:r>
            <a:r>
              <a:rPr sz="2450" dirty="0">
                <a:latin typeface="Futura Lt BT" panose="020B0402020204020303" pitchFamily="34" charset="0"/>
                <a:cs typeface="Futura PT Book"/>
              </a:rPr>
              <a:t>e</a:t>
            </a:r>
            <a:r>
              <a:rPr sz="2450" spc="-20" dirty="0">
                <a:latin typeface="Futura Lt BT" panose="020B0402020204020303" pitchFamily="34" charset="0"/>
                <a:cs typeface="Futura PT Book"/>
              </a:rPr>
              <a:t> </a:t>
            </a:r>
            <a:r>
              <a:rPr sz="2450" spc="-10" dirty="0">
                <a:latin typeface="Futura Lt BT" panose="020B0402020204020303" pitchFamily="34" charset="0"/>
                <a:cs typeface="Futura PT Book"/>
              </a:rPr>
              <a:t>apresentamos-</a:t>
            </a:r>
            <a:r>
              <a:rPr sz="2450" dirty="0">
                <a:latin typeface="Futura Lt BT" panose="020B0402020204020303" pitchFamily="34" charset="0"/>
                <a:cs typeface="Futura PT Book"/>
              </a:rPr>
              <a:t>lhes,</a:t>
            </a:r>
            <a:r>
              <a:rPr sz="2450" spc="-20" dirty="0">
                <a:latin typeface="Futura Lt BT" panose="020B0402020204020303" pitchFamily="34" charset="0"/>
                <a:cs typeface="Futura PT Book"/>
              </a:rPr>
              <a:t> </a:t>
            </a:r>
            <a:r>
              <a:rPr sz="2450" dirty="0">
                <a:latin typeface="Futura Lt BT" panose="020B0402020204020303" pitchFamily="34" charset="0"/>
                <a:cs typeface="Futura PT Book"/>
              </a:rPr>
              <a:t>com</a:t>
            </a:r>
            <a:r>
              <a:rPr sz="2450" spc="-25" dirty="0">
                <a:latin typeface="Futura Lt BT" panose="020B0402020204020303" pitchFamily="34" charset="0"/>
                <a:cs typeface="Futura PT Book"/>
              </a:rPr>
              <a:t> </a:t>
            </a:r>
            <a:r>
              <a:rPr sz="2450" dirty="0">
                <a:latin typeface="Futura Lt BT" panose="020B0402020204020303" pitchFamily="34" charset="0"/>
                <a:cs typeface="Futura PT Book"/>
              </a:rPr>
              <a:t>satisfação,</a:t>
            </a:r>
            <a:r>
              <a:rPr sz="2450" spc="-20" dirty="0">
                <a:latin typeface="Futura Lt BT" panose="020B0402020204020303" pitchFamily="34" charset="0"/>
                <a:cs typeface="Futura PT Book"/>
              </a:rPr>
              <a:t> </a:t>
            </a:r>
            <a:r>
              <a:rPr sz="2450" dirty="0">
                <a:latin typeface="Futura Lt BT" panose="020B0402020204020303" pitchFamily="34" charset="0"/>
                <a:cs typeface="Futura PT Book"/>
              </a:rPr>
              <a:t>nossa</a:t>
            </a:r>
            <a:r>
              <a:rPr sz="2450" spc="-20" dirty="0">
                <a:latin typeface="Futura Lt BT" panose="020B0402020204020303" pitchFamily="34" charset="0"/>
                <a:cs typeface="Futura PT Book"/>
              </a:rPr>
              <a:t> </a:t>
            </a:r>
            <a:r>
              <a:rPr sz="2450" dirty="0">
                <a:latin typeface="Futura Lt BT" panose="020B0402020204020303" pitchFamily="34" charset="0"/>
                <a:cs typeface="Futura PT Book"/>
              </a:rPr>
              <a:t>proposta</a:t>
            </a:r>
            <a:r>
              <a:rPr sz="2450" spc="-20" dirty="0">
                <a:latin typeface="Futura Lt BT" panose="020B0402020204020303" pitchFamily="34" charset="0"/>
                <a:cs typeface="Futura PT Book"/>
              </a:rPr>
              <a:t> </a:t>
            </a:r>
            <a:r>
              <a:rPr sz="2450" dirty="0">
                <a:latin typeface="Futura Lt BT" panose="020B0402020204020303" pitchFamily="34" charset="0"/>
                <a:cs typeface="Futura PT Book"/>
              </a:rPr>
              <a:t>para</a:t>
            </a:r>
            <a:r>
              <a:rPr sz="2450" spc="-20" dirty="0">
                <a:latin typeface="Futura Lt BT" panose="020B0402020204020303" pitchFamily="34" charset="0"/>
                <a:cs typeface="Futura PT Book"/>
              </a:rPr>
              <a:t> </a:t>
            </a:r>
            <a:r>
              <a:rPr sz="2450" dirty="0">
                <a:latin typeface="Futura Lt BT" panose="020B0402020204020303" pitchFamily="34" charset="0"/>
                <a:cs typeface="Futura PT Book"/>
              </a:rPr>
              <a:t>prestação</a:t>
            </a:r>
            <a:r>
              <a:rPr sz="2450" spc="-20" dirty="0">
                <a:latin typeface="Futura Lt BT" panose="020B0402020204020303" pitchFamily="34" charset="0"/>
                <a:cs typeface="Futura PT Book"/>
              </a:rPr>
              <a:t> </a:t>
            </a:r>
            <a:r>
              <a:rPr sz="2450" spc="-25" dirty="0">
                <a:latin typeface="Futura Lt BT" panose="020B0402020204020303" pitchFamily="34" charset="0"/>
                <a:cs typeface="Futura PT Book"/>
              </a:rPr>
              <a:t>de </a:t>
            </a:r>
            <a:r>
              <a:rPr sz="2450" dirty="0">
                <a:latin typeface="Futura Lt BT" panose="020B0402020204020303" pitchFamily="34" charset="0"/>
                <a:cs typeface="Futura PT Book"/>
              </a:rPr>
              <a:t>serviços</a:t>
            </a:r>
            <a:r>
              <a:rPr sz="2450" spc="30" dirty="0">
                <a:latin typeface="Futura Lt BT" panose="020B0402020204020303" pitchFamily="34" charset="0"/>
                <a:cs typeface="Futura PT Book"/>
              </a:rPr>
              <a:t> </a:t>
            </a:r>
            <a:r>
              <a:rPr sz="2450" dirty="0">
                <a:latin typeface="Futura Lt BT" panose="020B0402020204020303" pitchFamily="34" charset="0"/>
                <a:cs typeface="Futura PT Book"/>
              </a:rPr>
              <a:t>de</a:t>
            </a:r>
            <a:r>
              <a:rPr sz="2450" spc="30" dirty="0">
                <a:latin typeface="Futura Lt BT" panose="020B0402020204020303" pitchFamily="34" charset="0"/>
                <a:cs typeface="Futura PT Book"/>
              </a:rPr>
              <a:t> </a:t>
            </a:r>
            <a:r>
              <a:rPr sz="2450" spc="-10" dirty="0">
                <a:latin typeface="Futura Lt BT" panose="020B0402020204020303" pitchFamily="34" charset="0"/>
                <a:cs typeface="Futura PT Book"/>
              </a:rPr>
              <a:t>avaliação.</a:t>
            </a:r>
            <a:endParaRPr sz="2450" dirty="0">
              <a:latin typeface="Futura Lt BT" panose="020B0402020204020303" pitchFamily="34" charset="0"/>
              <a:cs typeface="Futura PT Book"/>
            </a:endParaRPr>
          </a:p>
        </p:txBody>
      </p:sp>
      <p:sp>
        <p:nvSpPr>
          <p:cNvPr id="22" name="object 22"/>
          <p:cNvSpPr txBox="1"/>
          <p:nvPr/>
        </p:nvSpPr>
        <p:spPr>
          <a:xfrm>
            <a:off x="7812821" y="119959"/>
            <a:ext cx="11914731" cy="2033634"/>
          </a:xfrm>
          <a:prstGeom prst="rect">
            <a:avLst/>
          </a:prstGeom>
        </p:spPr>
        <p:txBody>
          <a:bodyPr vert="horz" wrap="square" lIns="0" tIns="12065" rIns="0" bIns="0" rtlCol="0">
            <a:spAutoFit/>
          </a:bodyPr>
          <a:lstStyle/>
          <a:p>
            <a:pPr marL="12700" marR="5080">
              <a:lnSpc>
                <a:spcPct val="134600"/>
              </a:lnSpc>
              <a:spcBef>
                <a:spcPts val="95"/>
              </a:spcBef>
            </a:pPr>
            <a:r>
              <a:rPr sz="2450" dirty="0">
                <a:latin typeface="Futura Lt BT" panose="020B0402020204020303" pitchFamily="34" charset="0"/>
              </a:rPr>
              <a:t>{{RAZAO_SOCIAL}} (“{{NOME_CLIENTE}}” </a:t>
            </a:r>
            <a:r>
              <a:rPr sz="2450" dirty="0" err="1">
                <a:latin typeface="Futura Lt BT" panose="020B0402020204020303" pitchFamily="34" charset="0"/>
              </a:rPr>
              <a:t>ou</a:t>
            </a:r>
            <a:r>
              <a:rPr sz="2450" dirty="0">
                <a:latin typeface="Futura Lt BT" panose="020B0402020204020303" pitchFamily="34" charset="0"/>
              </a:rPr>
              <a:t> “</a:t>
            </a:r>
            <a:r>
              <a:rPr sz="2450" dirty="0" err="1">
                <a:latin typeface="Futura Lt BT" panose="020B0402020204020303" pitchFamily="34" charset="0"/>
              </a:rPr>
              <a:t>Contratante</a:t>
            </a:r>
            <a:r>
              <a:rPr sz="2450" dirty="0">
                <a:latin typeface="Futura Lt BT" panose="020B0402020204020303" pitchFamily="34" charset="0"/>
              </a:rPr>
              <a:t>” )</a:t>
            </a:r>
            <a:endParaRPr lang="pt-BR" sz="2450" dirty="0">
              <a:latin typeface="Futura Lt BT" panose="020B0402020204020303" pitchFamily="34" charset="0"/>
            </a:endParaRPr>
          </a:p>
          <a:p>
            <a:pPr marL="12700" marR="5080">
              <a:lnSpc>
                <a:spcPct val="134600"/>
              </a:lnSpc>
              <a:spcBef>
                <a:spcPts val="95"/>
              </a:spcBef>
            </a:pPr>
            <a:r>
              <a:rPr sz="2450" dirty="0">
                <a:latin typeface="Futura Lt BT" panose="020B0402020204020303" pitchFamily="34" charset="0"/>
              </a:rPr>
              <a:t>CNPJ: {{CNPJ_CLIENTE}}</a:t>
            </a:r>
            <a:endParaRPr lang="pt-BR" sz="2450" dirty="0">
              <a:latin typeface="Futura Lt BT" panose="020B0402020204020303" pitchFamily="34" charset="0"/>
            </a:endParaRPr>
          </a:p>
          <a:p>
            <a:pPr marL="12700" marR="5080">
              <a:lnSpc>
                <a:spcPct val="134600"/>
              </a:lnSpc>
              <a:spcBef>
                <a:spcPts val="95"/>
              </a:spcBef>
            </a:pPr>
            <a:endParaRPr sz="2450" dirty="0">
              <a:latin typeface="Futura Lt BT" panose="020B0402020204020303" pitchFamily="34" charset="0"/>
            </a:endParaRPr>
          </a:p>
          <a:p>
            <a:pPr marL="12700" marR="5080">
              <a:lnSpc>
                <a:spcPct val="134600"/>
              </a:lnSpc>
              <a:spcBef>
                <a:spcPts val="95"/>
              </a:spcBef>
            </a:pPr>
            <a:r>
              <a:rPr sz="2450" dirty="0">
                <a:latin typeface="Futura Lt BT" panose="020B0402020204020303" pitchFamily="34" charset="0"/>
              </a:rPr>
              <a:t>{{DATA_PROPOSTA}}</a:t>
            </a:r>
          </a:p>
        </p:txBody>
      </p:sp>
      <p:grpSp>
        <p:nvGrpSpPr>
          <p:cNvPr id="10" name="object 10"/>
          <p:cNvGrpSpPr/>
          <p:nvPr/>
        </p:nvGrpSpPr>
        <p:grpSpPr>
          <a:xfrm>
            <a:off x="11292850" y="7586156"/>
            <a:ext cx="4743450" cy="15875"/>
            <a:chOff x="11292850" y="7586156"/>
            <a:chExt cx="4743450" cy="15875"/>
          </a:xfrm>
        </p:grpSpPr>
        <p:sp>
          <p:nvSpPr>
            <p:cNvPr id="11" name="object 11"/>
            <p:cNvSpPr/>
            <p:nvPr/>
          </p:nvSpPr>
          <p:spPr>
            <a:xfrm>
              <a:off x="11298085" y="7591391"/>
              <a:ext cx="4733290" cy="5715"/>
            </a:xfrm>
            <a:custGeom>
              <a:avLst/>
              <a:gdLst/>
              <a:ahLst/>
              <a:cxnLst/>
              <a:rect l="l" t="t" r="r" b="b"/>
              <a:pathLst>
                <a:path w="4733290" h="5715">
                  <a:moveTo>
                    <a:pt x="4732840" y="0"/>
                  </a:moveTo>
                  <a:lnTo>
                    <a:pt x="0" y="0"/>
                  </a:lnTo>
                  <a:lnTo>
                    <a:pt x="0" y="5235"/>
                  </a:lnTo>
                  <a:lnTo>
                    <a:pt x="4732840" y="5235"/>
                  </a:lnTo>
                  <a:lnTo>
                    <a:pt x="4732840" y="0"/>
                  </a:lnTo>
                  <a:close/>
                </a:path>
              </a:pathLst>
            </a:custGeom>
            <a:solidFill>
              <a:srgbClr val="000000"/>
            </a:solidFill>
          </p:spPr>
          <p:txBody>
            <a:bodyPr wrap="square" lIns="0" tIns="0" rIns="0" bIns="0" rtlCol="0"/>
            <a:lstStyle/>
            <a:p>
              <a:endParaRPr/>
            </a:p>
          </p:txBody>
        </p:sp>
        <p:sp>
          <p:nvSpPr>
            <p:cNvPr id="12" name="object 12"/>
            <p:cNvSpPr/>
            <p:nvPr/>
          </p:nvSpPr>
          <p:spPr>
            <a:xfrm>
              <a:off x="11298085" y="7591391"/>
              <a:ext cx="4733290" cy="5715"/>
            </a:xfrm>
            <a:custGeom>
              <a:avLst/>
              <a:gdLst/>
              <a:ahLst/>
              <a:cxnLst/>
              <a:rect l="l" t="t" r="r" b="b"/>
              <a:pathLst>
                <a:path w="4733290" h="5715">
                  <a:moveTo>
                    <a:pt x="4732840" y="5235"/>
                  </a:moveTo>
                  <a:lnTo>
                    <a:pt x="0" y="5235"/>
                  </a:lnTo>
                  <a:lnTo>
                    <a:pt x="0" y="0"/>
                  </a:lnTo>
                  <a:lnTo>
                    <a:pt x="4732840" y="0"/>
                  </a:lnTo>
                  <a:lnTo>
                    <a:pt x="4732840" y="5235"/>
                  </a:lnTo>
                  <a:close/>
                </a:path>
              </a:pathLst>
            </a:custGeom>
            <a:ln w="10470">
              <a:solidFill>
                <a:srgbClr val="000000"/>
              </a:solidFill>
            </a:ln>
          </p:spPr>
          <p:txBody>
            <a:bodyPr wrap="square" lIns="0" tIns="0" rIns="0" bIns="0" rtlCol="0"/>
            <a:lstStyle/>
            <a:p>
              <a:endParaRPr/>
            </a:p>
          </p:txBody>
        </p:sp>
      </p:grpSp>
      <p:sp>
        <p:nvSpPr>
          <p:cNvPr id="14" name="object 14"/>
          <p:cNvSpPr/>
          <p:nvPr/>
        </p:nvSpPr>
        <p:spPr>
          <a:xfrm>
            <a:off x="16198459" y="10942075"/>
            <a:ext cx="3811904" cy="367030"/>
          </a:xfrm>
          <a:custGeom>
            <a:avLst/>
            <a:gdLst/>
            <a:ahLst/>
            <a:cxnLst/>
            <a:rect l="l" t="t" r="r" b="b"/>
            <a:pathLst>
              <a:path w="3811905" h="367029">
                <a:moveTo>
                  <a:pt x="3544813" y="0"/>
                </a:moveTo>
                <a:lnTo>
                  <a:pt x="266588" y="0"/>
                </a:lnTo>
                <a:lnTo>
                  <a:pt x="218669" y="4295"/>
                </a:lnTo>
                <a:lnTo>
                  <a:pt x="173568" y="16678"/>
                </a:lnTo>
                <a:lnTo>
                  <a:pt x="132037" y="36397"/>
                </a:lnTo>
                <a:lnTo>
                  <a:pt x="94829" y="62698"/>
                </a:lnTo>
                <a:lnTo>
                  <a:pt x="62698" y="94829"/>
                </a:lnTo>
                <a:lnTo>
                  <a:pt x="36397" y="132037"/>
                </a:lnTo>
                <a:lnTo>
                  <a:pt x="16678" y="173568"/>
                </a:lnTo>
                <a:lnTo>
                  <a:pt x="4295" y="218669"/>
                </a:lnTo>
                <a:lnTo>
                  <a:pt x="1" y="266576"/>
                </a:lnTo>
                <a:lnTo>
                  <a:pt x="0" y="366480"/>
                </a:lnTo>
                <a:lnTo>
                  <a:pt x="3811401" y="366480"/>
                </a:lnTo>
                <a:lnTo>
                  <a:pt x="3811401" y="266576"/>
                </a:lnTo>
                <a:lnTo>
                  <a:pt x="3807107" y="218669"/>
                </a:lnTo>
                <a:lnTo>
                  <a:pt x="3794723" y="173568"/>
                </a:lnTo>
                <a:lnTo>
                  <a:pt x="3775004" y="132037"/>
                </a:lnTo>
                <a:lnTo>
                  <a:pt x="3748703" y="94829"/>
                </a:lnTo>
                <a:lnTo>
                  <a:pt x="3716572" y="62698"/>
                </a:lnTo>
                <a:lnTo>
                  <a:pt x="3679365" y="36397"/>
                </a:lnTo>
                <a:lnTo>
                  <a:pt x="3637834" y="16678"/>
                </a:lnTo>
                <a:lnTo>
                  <a:pt x="3592732" y="4295"/>
                </a:lnTo>
                <a:lnTo>
                  <a:pt x="3544813" y="0"/>
                </a:lnTo>
                <a:close/>
              </a:path>
            </a:pathLst>
          </a:custGeom>
          <a:solidFill>
            <a:srgbClr val="006969">
              <a:alpha val="89999"/>
            </a:srgbClr>
          </a:solidFill>
        </p:spPr>
        <p:txBody>
          <a:bodyPr wrap="square" lIns="0" tIns="0" rIns="0" bIns="0" rtlCol="0"/>
          <a:lstStyle/>
          <a:p>
            <a:endParaRPr/>
          </a:p>
        </p:txBody>
      </p:sp>
      <p:grpSp>
        <p:nvGrpSpPr>
          <p:cNvPr id="16" name="object 16"/>
          <p:cNvGrpSpPr/>
          <p:nvPr/>
        </p:nvGrpSpPr>
        <p:grpSpPr>
          <a:xfrm>
            <a:off x="11292850" y="7586156"/>
            <a:ext cx="4743450" cy="15875"/>
            <a:chOff x="11292850" y="7586156"/>
            <a:chExt cx="4743450" cy="15875"/>
          </a:xfrm>
        </p:grpSpPr>
        <p:sp>
          <p:nvSpPr>
            <p:cNvPr id="17" name="object 17"/>
            <p:cNvSpPr/>
            <p:nvPr/>
          </p:nvSpPr>
          <p:spPr>
            <a:xfrm>
              <a:off x="11298085" y="7591391"/>
              <a:ext cx="4733290" cy="5715"/>
            </a:xfrm>
            <a:custGeom>
              <a:avLst/>
              <a:gdLst/>
              <a:ahLst/>
              <a:cxnLst/>
              <a:rect l="l" t="t" r="r" b="b"/>
              <a:pathLst>
                <a:path w="4733290" h="5715">
                  <a:moveTo>
                    <a:pt x="4732840" y="0"/>
                  </a:moveTo>
                  <a:lnTo>
                    <a:pt x="0" y="0"/>
                  </a:lnTo>
                  <a:lnTo>
                    <a:pt x="0" y="5235"/>
                  </a:lnTo>
                  <a:lnTo>
                    <a:pt x="4732840" y="5235"/>
                  </a:lnTo>
                  <a:lnTo>
                    <a:pt x="4732840" y="0"/>
                  </a:lnTo>
                  <a:close/>
                </a:path>
              </a:pathLst>
            </a:custGeom>
            <a:solidFill>
              <a:srgbClr val="000000"/>
            </a:solidFill>
          </p:spPr>
          <p:txBody>
            <a:bodyPr wrap="square" lIns="0" tIns="0" rIns="0" bIns="0" rtlCol="0"/>
            <a:lstStyle/>
            <a:p>
              <a:endParaRPr/>
            </a:p>
          </p:txBody>
        </p:sp>
        <p:sp>
          <p:nvSpPr>
            <p:cNvPr id="18" name="object 18"/>
            <p:cNvSpPr/>
            <p:nvPr/>
          </p:nvSpPr>
          <p:spPr>
            <a:xfrm>
              <a:off x="11298085" y="7591391"/>
              <a:ext cx="4733290" cy="5715"/>
            </a:xfrm>
            <a:custGeom>
              <a:avLst/>
              <a:gdLst/>
              <a:ahLst/>
              <a:cxnLst/>
              <a:rect l="l" t="t" r="r" b="b"/>
              <a:pathLst>
                <a:path w="4733290" h="5715">
                  <a:moveTo>
                    <a:pt x="4732840" y="5235"/>
                  </a:moveTo>
                  <a:lnTo>
                    <a:pt x="0" y="5235"/>
                  </a:lnTo>
                  <a:lnTo>
                    <a:pt x="0" y="0"/>
                  </a:lnTo>
                  <a:lnTo>
                    <a:pt x="4732840" y="0"/>
                  </a:lnTo>
                  <a:lnTo>
                    <a:pt x="4732840" y="5235"/>
                  </a:lnTo>
                  <a:close/>
                </a:path>
              </a:pathLst>
            </a:custGeom>
            <a:ln w="10470">
              <a:solidFill>
                <a:srgbClr val="000000"/>
              </a:solidFill>
            </a:ln>
          </p:spPr>
          <p:txBody>
            <a:bodyPr wrap="square" lIns="0" tIns="0" rIns="0" bIns="0" rtlCol="0"/>
            <a:lstStyle/>
            <a:p>
              <a:endParaRPr/>
            </a:p>
          </p:txBody>
        </p:sp>
      </p:grpSp>
      <p:sp>
        <p:nvSpPr>
          <p:cNvPr id="19" name="object 19"/>
          <p:cNvSpPr txBox="1"/>
          <p:nvPr/>
        </p:nvSpPr>
        <p:spPr>
          <a:xfrm>
            <a:off x="11298086" y="7594670"/>
            <a:ext cx="4900374" cy="643125"/>
          </a:xfrm>
          <a:prstGeom prst="rect">
            <a:avLst/>
          </a:prstGeom>
        </p:spPr>
        <p:txBody>
          <a:bodyPr vert="horz" wrap="square" lIns="0" tIns="12065" rIns="0" bIns="0" rtlCol="0">
            <a:spAutoFit/>
          </a:bodyPr>
          <a:lstStyle/>
          <a:p>
            <a:pPr marL="12700" marR="5080" indent="66675" algn="ctr">
              <a:lnSpc>
                <a:spcPct val="100499"/>
              </a:lnSpc>
              <a:spcBef>
                <a:spcPts val="95"/>
              </a:spcBef>
            </a:pPr>
            <a:r>
              <a:rPr sz="2050" b="1" dirty="0">
                <a:latin typeface="Futura Lt BT Light"/>
                <a:cs typeface="Futura PT Book"/>
              </a:rPr>
              <a:t>Antônio Luiz Feijó Nicolau - </a:t>
            </a:r>
            <a:r>
              <a:rPr sz="2050" b="1" spc="-10" dirty="0">
                <a:latin typeface="Futura Lt BT Light"/>
                <a:cs typeface="Futura PT Book"/>
              </a:rPr>
              <a:t>Diretor </a:t>
            </a:r>
            <a:r>
              <a:rPr sz="2050" b="1" dirty="0">
                <a:latin typeface="Futura Lt BT Light"/>
                <a:cs typeface="Futura PT Book"/>
              </a:rPr>
              <a:t>Meden Consultoria Empresarial </a:t>
            </a:r>
            <a:r>
              <a:rPr sz="2050" b="1" spc="-20" dirty="0">
                <a:latin typeface="Futura Lt BT Light"/>
                <a:cs typeface="Futura PT Book"/>
              </a:rPr>
              <a:t>Ltda</a:t>
            </a:r>
            <a:endParaRPr sz="2050" b="1" dirty="0">
              <a:latin typeface="Futura Lt BT Light"/>
              <a:cs typeface="Futura PT Book"/>
            </a:endParaRPr>
          </a:p>
        </p:txBody>
      </p:sp>
      <p:sp>
        <p:nvSpPr>
          <p:cNvPr id="21" name="object 21"/>
          <p:cNvSpPr txBox="1"/>
          <p:nvPr/>
        </p:nvSpPr>
        <p:spPr>
          <a:xfrm>
            <a:off x="7804129" y="9018956"/>
            <a:ext cx="6193155" cy="2035810"/>
          </a:xfrm>
          <a:prstGeom prst="rect">
            <a:avLst/>
          </a:prstGeom>
        </p:spPr>
        <p:txBody>
          <a:bodyPr vert="horz" wrap="square" lIns="0" tIns="140970" rIns="0" bIns="0" rtlCol="0">
            <a:spAutoFit/>
          </a:bodyPr>
          <a:lstStyle/>
          <a:p>
            <a:pPr marL="12700">
              <a:lnSpc>
                <a:spcPct val="100000"/>
              </a:lnSpc>
              <a:spcBef>
                <a:spcPts val="1110"/>
              </a:spcBef>
            </a:pPr>
            <a:r>
              <a:rPr sz="2450" dirty="0">
                <a:latin typeface="Futura Lt BT Light"/>
                <a:cs typeface="Futura PT Book"/>
              </a:rPr>
              <a:t>MEDEN</a:t>
            </a:r>
            <a:r>
              <a:rPr sz="2450" spc="-5" dirty="0">
                <a:latin typeface="Futura Lt BT Light"/>
                <a:cs typeface="Futura PT Book"/>
              </a:rPr>
              <a:t> </a:t>
            </a:r>
            <a:r>
              <a:rPr sz="2450" spc="-10" dirty="0">
                <a:latin typeface="Futura Lt BT Light"/>
                <a:cs typeface="Futura PT Book"/>
              </a:rPr>
              <a:t>CONSULTORIA</a:t>
            </a:r>
            <a:endParaRPr sz="2450" dirty="0">
              <a:latin typeface="Futura Lt BT Light"/>
              <a:cs typeface="Futura PT Book"/>
            </a:endParaRPr>
          </a:p>
          <a:p>
            <a:pPr marL="12700" marR="5080">
              <a:lnSpc>
                <a:spcPct val="134600"/>
              </a:lnSpc>
              <a:tabLst>
                <a:tab pos="3557904" algn="l"/>
              </a:tabLst>
            </a:pPr>
            <a:r>
              <a:rPr sz="2450" dirty="0">
                <a:latin typeface="Futura Lt BT Light"/>
                <a:cs typeface="Futura PT Book"/>
              </a:rPr>
              <a:t>Rua</a:t>
            </a:r>
            <a:r>
              <a:rPr sz="2450" spc="-30" dirty="0">
                <a:latin typeface="Futura Lt BT Light"/>
                <a:cs typeface="Futura PT Book"/>
              </a:rPr>
              <a:t> </a:t>
            </a:r>
            <a:r>
              <a:rPr sz="2450" dirty="0">
                <a:latin typeface="Futura Lt BT Light"/>
                <a:cs typeface="Futura PT Book"/>
              </a:rPr>
              <a:t>1º</a:t>
            </a:r>
            <a:r>
              <a:rPr sz="2450" spc="-30" dirty="0">
                <a:latin typeface="Futura Lt BT Light"/>
                <a:cs typeface="Futura PT Book"/>
              </a:rPr>
              <a:t> </a:t>
            </a:r>
            <a:r>
              <a:rPr sz="2450" dirty="0">
                <a:latin typeface="Futura Lt BT Light"/>
                <a:cs typeface="Futura PT Book"/>
              </a:rPr>
              <a:t>de</a:t>
            </a:r>
            <a:r>
              <a:rPr sz="2450" spc="-30" dirty="0">
                <a:latin typeface="Futura Lt BT Light"/>
                <a:cs typeface="Futura PT Book"/>
              </a:rPr>
              <a:t> </a:t>
            </a:r>
            <a:r>
              <a:rPr sz="2450" dirty="0">
                <a:latin typeface="Futura Lt BT Light"/>
                <a:cs typeface="Futura PT Book"/>
              </a:rPr>
              <a:t>Março,</a:t>
            </a:r>
            <a:r>
              <a:rPr sz="2450" spc="-30" dirty="0">
                <a:latin typeface="Futura Lt BT Light"/>
                <a:cs typeface="Futura PT Book"/>
              </a:rPr>
              <a:t> </a:t>
            </a:r>
            <a:r>
              <a:rPr sz="2450" dirty="0">
                <a:latin typeface="Futura Lt BT Light"/>
                <a:cs typeface="Futura PT Book"/>
              </a:rPr>
              <a:t>23</a:t>
            </a:r>
            <a:r>
              <a:rPr sz="2450" spc="-30" dirty="0">
                <a:latin typeface="Futura Lt BT Light"/>
                <a:cs typeface="Futura PT Book"/>
              </a:rPr>
              <a:t> </a:t>
            </a:r>
            <a:r>
              <a:rPr sz="2450" dirty="0">
                <a:latin typeface="Futura Lt BT Light"/>
                <a:cs typeface="Futura PT Book"/>
              </a:rPr>
              <a:t>–</a:t>
            </a:r>
            <a:r>
              <a:rPr sz="2450" spc="-30" dirty="0">
                <a:latin typeface="Futura Lt BT Light"/>
                <a:cs typeface="Futura PT Book"/>
              </a:rPr>
              <a:t> </a:t>
            </a:r>
            <a:r>
              <a:rPr sz="2450" spc="-25" dirty="0">
                <a:latin typeface="Futura Lt BT Light"/>
                <a:cs typeface="Futura PT Book"/>
              </a:rPr>
              <a:t>22º</a:t>
            </a:r>
            <a:r>
              <a:rPr lang="pt-BR" sz="2450" spc="-25" dirty="0">
                <a:latin typeface="Futura Lt BT Light"/>
                <a:cs typeface="Futura PT Book"/>
              </a:rPr>
              <a:t> </a:t>
            </a:r>
            <a:r>
              <a:rPr sz="2450" dirty="0">
                <a:latin typeface="Futura Lt BT Light"/>
                <a:cs typeface="Futura PT Book"/>
              </a:rPr>
              <a:t>Andar.</a:t>
            </a:r>
            <a:r>
              <a:rPr sz="2450" spc="-35" dirty="0">
                <a:latin typeface="Futura Lt BT Light"/>
                <a:cs typeface="Futura PT Book"/>
              </a:rPr>
              <a:t> </a:t>
            </a:r>
            <a:endParaRPr lang="pt-BR" sz="2450" spc="-35" dirty="0">
              <a:latin typeface="Futura Lt BT Light"/>
              <a:cs typeface="Futura PT Book"/>
            </a:endParaRPr>
          </a:p>
          <a:p>
            <a:pPr marL="12700" marR="5080">
              <a:lnSpc>
                <a:spcPct val="134600"/>
              </a:lnSpc>
              <a:tabLst>
                <a:tab pos="3557904" algn="l"/>
              </a:tabLst>
            </a:pPr>
            <a:r>
              <a:rPr sz="2450" dirty="0">
                <a:latin typeface="Futura Lt BT Light"/>
                <a:cs typeface="Futura PT Book"/>
              </a:rPr>
              <a:t>Rio</a:t>
            </a:r>
            <a:r>
              <a:rPr sz="2450" spc="-35" dirty="0">
                <a:latin typeface="Futura Lt BT Light"/>
                <a:cs typeface="Futura PT Book"/>
              </a:rPr>
              <a:t> </a:t>
            </a:r>
            <a:r>
              <a:rPr sz="2450" dirty="0">
                <a:latin typeface="Futura Lt BT Light"/>
                <a:cs typeface="Futura PT Book"/>
              </a:rPr>
              <a:t>de</a:t>
            </a:r>
            <a:r>
              <a:rPr sz="2450" spc="-35" dirty="0">
                <a:latin typeface="Futura Lt BT Light"/>
                <a:cs typeface="Futura PT Book"/>
              </a:rPr>
              <a:t> </a:t>
            </a:r>
            <a:r>
              <a:rPr sz="2450" spc="-10" dirty="0">
                <a:latin typeface="Futura Lt BT Light"/>
                <a:cs typeface="Futura PT Book"/>
              </a:rPr>
              <a:t>Janeiro </a:t>
            </a:r>
            <a:r>
              <a:rPr sz="2450" dirty="0">
                <a:latin typeface="Futura Lt BT Light"/>
                <a:cs typeface="Futura PT Book"/>
              </a:rPr>
              <a:t>CEP:</a:t>
            </a:r>
            <a:r>
              <a:rPr sz="2450" spc="40" dirty="0">
                <a:latin typeface="Futura Lt BT Light"/>
                <a:cs typeface="Futura PT Book"/>
              </a:rPr>
              <a:t> </a:t>
            </a:r>
            <a:r>
              <a:rPr sz="2450" spc="-85" dirty="0">
                <a:latin typeface="Futura Lt BT Light"/>
                <a:cs typeface="Futura PT Book"/>
              </a:rPr>
              <a:t>20010-</a:t>
            </a:r>
            <a:r>
              <a:rPr sz="2450" spc="-25" dirty="0">
                <a:latin typeface="Futura Lt BT Light"/>
                <a:cs typeface="Futura PT Book"/>
              </a:rPr>
              <a:t>000</a:t>
            </a:r>
            <a:endParaRPr sz="2450" dirty="0">
              <a:latin typeface="Futura Lt BT Light"/>
              <a:cs typeface="Futura PT Book"/>
            </a:endParaRPr>
          </a:p>
          <a:p>
            <a:pPr marL="12700">
              <a:lnSpc>
                <a:spcPct val="100000"/>
              </a:lnSpc>
              <a:spcBef>
                <a:spcPts val="1019"/>
              </a:spcBef>
            </a:pPr>
            <a:r>
              <a:rPr sz="2450" spc="-25" dirty="0">
                <a:latin typeface="Futura Lt BT Light"/>
                <a:cs typeface="Futura PT Book"/>
              </a:rPr>
              <a:t>Tel.</a:t>
            </a:r>
            <a:r>
              <a:rPr sz="2450" spc="-40" dirty="0">
                <a:latin typeface="Futura Lt BT Light"/>
                <a:cs typeface="Futura PT Book"/>
              </a:rPr>
              <a:t> </a:t>
            </a:r>
            <a:r>
              <a:rPr sz="2450" dirty="0">
                <a:latin typeface="Futura Lt BT Light"/>
                <a:cs typeface="Futura PT Book"/>
              </a:rPr>
              <a:t>+55</a:t>
            </a:r>
            <a:r>
              <a:rPr sz="2450" spc="-40" dirty="0">
                <a:latin typeface="Futura Lt BT Light"/>
                <a:cs typeface="Futura PT Book"/>
              </a:rPr>
              <a:t> </a:t>
            </a:r>
            <a:r>
              <a:rPr sz="2450" spc="-80" dirty="0">
                <a:latin typeface="Futura Lt BT Light"/>
                <a:cs typeface="Futura PT Book"/>
              </a:rPr>
              <a:t>(21)</a:t>
            </a:r>
            <a:r>
              <a:rPr sz="2450" spc="-40" dirty="0">
                <a:latin typeface="Futura Lt BT Light"/>
                <a:cs typeface="Futura PT Book"/>
              </a:rPr>
              <a:t> </a:t>
            </a:r>
            <a:r>
              <a:rPr sz="2450" spc="-50" dirty="0">
                <a:latin typeface="Futura Lt BT Light"/>
                <a:cs typeface="Futura PT Book"/>
              </a:rPr>
              <a:t>2507-</a:t>
            </a:r>
            <a:r>
              <a:rPr sz="2450" spc="-20" dirty="0">
                <a:latin typeface="Futura Lt BT Light"/>
                <a:cs typeface="Futura PT Book"/>
              </a:rPr>
              <a:t>3552</a:t>
            </a:r>
            <a:endParaRPr sz="2450" dirty="0">
              <a:latin typeface="Futura Lt BT Light"/>
              <a:cs typeface="Futura PT Book"/>
            </a:endParaRPr>
          </a:p>
        </p:txBody>
      </p:sp>
      <p:sp>
        <p:nvSpPr>
          <p:cNvPr id="23" name="object 23"/>
          <p:cNvSpPr/>
          <p:nvPr/>
        </p:nvSpPr>
        <p:spPr>
          <a:xfrm>
            <a:off x="16198459" y="10942075"/>
            <a:ext cx="3811904" cy="367030"/>
          </a:xfrm>
          <a:custGeom>
            <a:avLst/>
            <a:gdLst/>
            <a:ahLst/>
            <a:cxnLst/>
            <a:rect l="l" t="t" r="r" b="b"/>
            <a:pathLst>
              <a:path w="3811905" h="367029">
                <a:moveTo>
                  <a:pt x="3544813" y="0"/>
                </a:moveTo>
                <a:lnTo>
                  <a:pt x="266588" y="0"/>
                </a:lnTo>
                <a:lnTo>
                  <a:pt x="218669" y="4295"/>
                </a:lnTo>
                <a:lnTo>
                  <a:pt x="173568" y="16678"/>
                </a:lnTo>
                <a:lnTo>
                  <a:pt x="132037" y="36397"/>
                </a:lnTo>
                <a:lnTo>
                  <a:pt x="94829" y="62698"/>
                </a:lnTo>
                <a:lnTo>
                  <a:pt x="62698" y="94829"/>
                </a:lnTo>
                <a:lnTo>
                  <a:pt x="36397" y="132037"/>
                </a:lnTo>
                <a:lnTo>
                  <a:pt x="16678" y="173568"/>
                </a:lnTo>
                <a:lnTo>
                  <a:pt x="4295" y="218669"/>
                </a:lnTo>
                <a:lnTo>
                  <a:pt x="1" y="266576"/>
                </a:lnTo>
                <a:lnTo>
                  <a:pt x="0" y="366480"/>
                </a:lnTo>
                <a:lnTo>
                  <a:pt x="3811401" y="366480"/>
                </a:lnTo>
                <a:lnTo>
                  <a:pt x="3811401" y="266576"/>
                </a:lnTo>
                <a:lnTo>
                  <a:pt x="3807107" y="218669"/>
                </a:lnTo>
                <a:lnTo>
                  <a:pt x="3794723" y="173568"/>
                </a:lnTo>
                <a:lnTo>
                  <a:pt x="3775004" y="132037"/>
                </a:lnTo>
                <a:lnTo>
                  <a:pt x="3748703" y="94829"/>
                </a:lnTo>
                <a:lnTo>
                  <a:pt x="3716572" y="62698"/>
                </a:lnTo>
                <a:lnTo>
                  <a:pt x="3679365" y="36397"/>
                </a:lnTo>
                <a:lnTo>
                  <a:pt x="3637834" y="16678"/>
                </a:lnTo>
                <a:lnTo>
                  <a:pt x="3592732" y="4295"/>
                </a:lnTo>
                <a:lnTo>
                  <a:pt x="3544813" y="0"/>
                </a:lnTo>
                <a:close/>
              </a:path>
            </a:pathLst>
          </a:custGeom>
          <a:solidFill>
            <a:srgbClr val="006969">
              <a:alpha val="89999"/>
            </a:srgbClr>
          </a:solidFill>
        </p:spPr>
        <p:txBody>
          <a:bodyPr wrap="square" lIns="0" tIns="0" rIns="0" bIns="0" rtlCol="0"/>
          <a:lstStyle/>
          <a:p>
            <a:endParaRPr/>
          </a:p>
        </p:txBody>
      </p:sp>
      <p:sp>
        <p:nvSpPr>
          <p:cNvPr id="24" name="object 24"/>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pic>
        <p:nvPicPr>
          <p:cNvPr id="27" name="Imagem 26">
            <a:extLst>
              <a:ext uri="{FF2B5EF4-FFF2-40B4-BE49-F238E27FC236}">
                <a16:creationId xmlns:a16="http://schemas.microsoft.com/office/drawing/2014/main" id="{CBF787E7-E64D-7F65-58D9-A6FADC3E6961}"/>
              </a:ext>
            </a:extLst>
          </p:cNvPr>
          <p:cNvPicPr>
            <a:picLocks noChangeAspect="1"/>
          </p:cNvPicPr>
          <p:nvPr/>
        </p:nvPicPr>
        <p:blipFill>
          <a:blip r:embed="rId3"/>
          <a:stretch>
            <a:fillRect/>
          </a:stretch>
        </p:blipFill>
        <p:spPr>
          <a:xfrm>
            <a:off x="9253" y="0"/>
            <a:ext cx="7599331" cy="11309350"/>
          </a:xfrm>
          <a:prstGeom prst="rect">
            <a:avLst/>
          </a:prstGeom>
        </p:spPr>
      </p:pic>
      <p:sp>
        <p:nvSpPr>
          <p:cNvPr id="4" name="Espaço Reservado para Número de Slide 3">
            <a:extLst>
              <a:ext uri="{FF2B5EF4-FFF2-40B4-BE49-F238E27FC236}">
                <a16:creationId xmlns:a16="http://schemas.microsoft.com/office/drawing/2014/main" id="{012DDE24-AA56-9E9D-B32A-A095B2FC8309}"/>
              </a:ext>
            </a:extLst>
          </p:cNvPr>
          <p:cNvSpPr>
            <a:spLocks noGrp="1"/>
          </p:cNvSpPr>
          <p:nvPr>
            <p:ph type="sldNum" sz="quarter" idx="7"/>
          </p:nvPr>
        </p:nvSpPr>
        <p:spPr>
          <a:xfrm>
            <a:off x="15005050" y="11001831"/>
            <a:ext cx="4623943" cy="215444"/>
          </a:xfrm>
        </p:spPr>
        <p:txBody>
          <a:bodyPr/>
          <a:lstStyle/>
          <a:p>
            <a:fld id="{B6F15528-21DE-4FAA-801E-634DDDAF4B2B}" type="slidenum">
              <a:rPr lang="en-US" sz="1400" smtClean="0">
                <a:solidFill>
                  <a:schemeClr val="bg1"/>
                </a:solidFill>
                <a:latin typeface="Futura Lt BT" panose="020B0402020204020303" pitchFamily="34" charset="0"/>
              </a:rPr>
              <a:pPr/>
              <a:t>2</a:t>
            </a:fld>
            <a:endParaRPr lang="en-US" sz="1400" dirty="0">
              <a:solidFill>
                <a:schemeClr val="bg1"/>
              </a:solidFill>
              <a:latin typeface="Futura Lt BT" panose="020B04020202040203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529080" cy="11308715"/>
          </a:xfrm>
          <a:custGeom>
            <a:avLst/>
            <a:gdLst/>
            <a:ahLst/>
            <a:cxnLst/>
            <a:rect l="l" t="t" r="r" b="b"/>
            <a:pathLst>
              <a:path w="1529080" h="11308715">
                <a:moveTo>
                  <a:pt x="1528749" y="11308556"/>
                </a:moveTo>
                <a:lnTo>
                  <a:pt x="0" y="11308556"/>
                </a:lnTo>
                <a:lnTo>
                  <a:pt x="0" y="0"/>
                </a:lnTo>
                <a:lnTo>
                  <a:pt x="1528749" y="0"/>
                </a:lnTo>
                <a:lnTo>
                  <a:pt x="1528749" y="11308556"/>
                </a:lnTo>
                <a:close/>
              </a:path>
            </a:pathLst>
          </a:custGeom>
          <a:solidFill>
            <a:srgbClr val="C69A78">
              <a:alpha val="89999"/>
            </a:srgbClr>
          </a:solidFill>
        </p:spPr>
        <p:txBody>
          <a:bodyPr wrap="square" lIns="0" tIns="0" rIns="0" bIns="0" rtlCol="0"/>
          <a:lstStyle/>
          <a:p>
            <a:endParaRPr/>
          </a:p>
        </p:txBody>
      </p:sp>
      <p:pic>
        <p:nvPicPr>
          <p:cNvPr id="3" name="object 3"/>
          <p:cNvPicPr/>
          <p:nvPr/>
        </p:nvPicPr>
        <p:blipFill>
          <a:blip r:embed="rId2" cstate="print"/>
          <a:stretch>
            <a:fillRect/>
          </a:stretch>
        </p:blipFill>
        <p:spPr>
          <a:xfrm>
            <a:off x="11507503" y="534025"/>
            <a:ext cx="8184043" cy="10230044"/>
          </a:xfrm>
          <a:prstGeom prst="rect">
            <a:avLst/>
          </a:prstGeom>
        </p:spPr>
      </p:pic>
      <p:sp>
        <p:nvSpPr>
          <p:cNvPr id="4" name="object 4"/>
          <p:cNvSpPr txBox="1">
            <a:spLocks noGrp="1"/>
          </p:cNvSpPr>
          <p:nvPr>
            <p:ph type="title"/>
          </p:nvPr>
        </p:nvSpPr>
        <p:spPr>
          <a:xfrm>
            <a:off x="10512769" y="1204151"/>
            <a:ext cx="5193665" cy="1190069"/>
          </a:xfrm>
          <a:prstGeom prst="rect">
            <a:avLst/>
          </a:prstGeom>
          <a:solidFill>
            <a:srgbClr val="036C68">
              <a:alpha val="60000"/>
            </a:srgbClr>
          </a:solidFill>
        </p:spPr>
        <p:txBody>
          <a:bodyPr vert="horz" wrap="square" lIns="0" tIns="172720" rIns="0" bIns="0" rtlCol="0">
            <a:spAutoFit/>
          </a:bodyPr>
          <a:lstStyle/>
          <a:p>
            <a:pPr marL="2442210">
              <a:lnSpc>
                <a:spcPct val="100000"/>
              </a:lnSpc>
              <a:spcBef>
                <a:spcPts val="1360"/>
              </a:spcBef>
            </a:pPr>
            <a:r>
              <a:rPr sz="6600" spc="-10" dirty="0">
                <a:solidFill>
                  <a:srgbClr val="FFFFFF"/>
                </a:solidFill>
                <a:latin typeface="Futura Lt BT Light"/>
              </a:rPr>
              <a:t>ÍNDICE</a:t>
            </a:r>
            <a:endParaRPr sz="6600" dirty="0">
              <a:latin typeface="Futura Lt BT Light"/>
            </a:endParaRPr>
          </a:p>
        </p:txBody>
      </p:sp>
      <p:sp>
        <p:nvSpPr>
          <p:cNvPr id="23" name="object 23"/>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a:p>
        </p:txBody>
      </p:sp>
      <p:sp>
        <p:nvSpPr>
          <p:cNvPr id="26" name="object 24">
            <a:extLst>
              <a:ext uri="{FF2B5EF4-FFF2-40B4-BE49-F238E27FC236}">
                <a16:creationId xmlns:a16="http://schemas.microsoft.com/office/drawing/2014/main" id="{A24F483F-6B77-7601-98DD-7CB1E030139B}"/>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36" name="Espaço Reservado para Número de Slide 35">
            <a:extLst>
              <a:ext uri="{FF2B5EF4-FFF2-40B4-BE49-F238E27FC236}">
                <a16:creationId xmlns:a16="http://schemas.microsoft.com/office/drawing/2014/main" id="{836F68CD-8AF3-6E49-F8D0-42F84473E289}"/>
              </a:ext>
            </a:extLst>
          </p:cNvPr>
          <p:cNvSpPr>
            <a:spLocks noGrp="1"/>
          </p:cNvSpPr>
          <p:nvPr>
            <p:ph type="sldNum" sz="quarter" idx="7"/>
          </p:nvPr>
        </p:nvSpPr>
        <p:spPr>
          <a:xfrm>
            <a:off x="15005050" y="11001831"/>
            <a:ext cx="4623943" cy="215444"/>
          </a:xfrm>
        </p:spPr>
        <p:txBody>
          <a:bodyPr/>
          <a:lstStyle/>
          <a:p>
            <a:fld id="{B6F15528-21DE-4FAA-801E-634DDDAF4B2B}" type="slidenum">
              <a:rPr lang="en-US" sz="1400" smtClean="0">
                <a:solidFill>
                  <a:schemeClr val="bg1"/>
                </a:solidFill>
                <a:latin typeface="Futura Lt BT" panose="020B0402020204020303" pitchFamily="34" charset="0"/>
              </a:rPr>
              <a:t>3</a:t>
            </a:fld>
            <a:endParaRPr lang="en-US" dirty="0">
              <a:solidFill>
                <a:schemeClr val="bg1"/>
              </a:solidFill>
              <a:latin typeface="Futura Lt BT" panose="020B0402020204020303" pitchFamily="34" charset="0"/>
            </a:endParaRPr>
          </a:p>
        </p:txBody>
      </p:sp>
      <p:grpSp>
        <p:nvGrpSpPr>
          <p:cNvPr id="43" name="Agrupar 42">
            <a:extLst>
              <a:ext uri="{FF2B5EF4-FFF2-40B4-BE49-F238E27FC236}">
                <a16:creationId xmlns:a16="http://schemas.microsoft.com/office/drawing/2014/main" id="{E7231F25-0B5C-619F-6641-9AD21F31134E}"/>
              </a:ext>
            </a:extLst>
          </p:cNvPr>
          <p:cNvGrpSpPr/>
          <p:nvPr/>
        </p:nvGrpSpPr>
        <p:grpSpPr>
          <a:xfrm>
            <a:off x="2633964" y="2606675"/>
            <a:ext cx="7067519" cy="7267047"/>
            <a:chOff x="2633964" y="2606675"/>
            <a:chExt cx="7067519" cy="7267047"/>
          </a:xfrm>
        </p:grpSpPr>
        <p:sp>
          <p:nvSpPr>
            <p:cNvPr id="5" name="object 5"/>
            <p:cNvSpPr/>
            <p:nvPr/>
          </p:nvSpPr>
          <p:spPr>
            <a:xfrm>
              <a:off x="2649134" y="3099886"/>
              <a:ext cx="6219825" cy="20955"/>
            </a:xfrm>
            <a:custGeom>
              <a:avLst/>
              <a:gdLst/>
              <a:ahLst/>
              <a:cxnLst/>
              <a:rect l="l" t="t" r="r" b="b"/>
              <a:pathLst>
                <a:path w="6219825" h="20954">
                  <a:moveTo>
                    <a:pt x="6219705" y="0"/>
                  </a:moveTo>
                  <a:lnTo>
                    <a:pt x="0" y="0"/>
                  </a:lnTo>
                  <a:lnTo>
                    <a:pt x="0" y="20941"/>
                  </a:lnTo>
                  <a:lnTo>
                    <a:pt x="6219705" y="20941"/>
                  </a:lnTo>
                  <a:lnTo>
                    <a:pt x="6219705" y="0"/>
                  </a:lnTo>
                  <a:close/>
                </a:path>
              </a:pathLst>
            </a:custGeom>
            <a:solidFill>
              <a:srgbClr val="000000"/>
            </a:solidFill>
          </p:spPr>
          <p:txBody>
            <a:bodyPr wrap="square" lIns="0" tIns="0" rIns="0" bIns="0" rtlCol="0"/>
            <a:lstStyle/>
            <a:p>
              <a:endParaRPr/>
            </a:p>
          </p:txBody>
        </p:sp>
        <p:sp>
          <p:nvSpPr>
            <p:cNvPr id="6" name="object 6"/>
            <p:cNvSpPr/>
            <p:nvPr/>
          </p:nvSpPr>
          <p:spPr>
            <a:xfrm>
              <a:off x="2649134" y="4073678"/>
              <a:ext cx="6219825" cy="20955"/>
            </a:xfrm>
            <a:custGeom>
              <a:avLst/>
              <a:gdLst/>
              <a:ahLst/>
              <a:cxnLst/>
              <a:rect l="l" t="t" r="r" b="b"/>
              <a:pathLst>
                <a:path w="6219825" h="20954">
                  <a:moveTo>
                    <a:pt x="6219705" y="0"/>
                  </a:moveTo>
                  <a:lnTo>
                    <a:pt x="0" y="0"/>
                  </a:lnTo>
                  <a:lnTo>
                    <a:pt x="0" y="20941"/>
                  </a:lnTo>
                  <a:lnTo>
                    <a:pt x="6219705" y="20941"/>
                  </a:lnTo>
                  <a:lnTo>
                    <a:pt x="6219705" y="0"/>
                  </a:lnTo>
                  <a:close/>
                </a:path>
              </a:pathLst>
            </a:custGeom>
            <a:solidFill>
              <a:srgbClr val="000000"/>
            </a:solidFill>
          </p:spPr>
          <p:txBody>
            <a:bodyPr wrap="square" lIns="0" tIns="0" rIns="0" bIns="0" rtlCol="0"/>
            <a:lstStyle/>
            <a:p>
              <a:endParaRPr/>
            </a:p>
          </p:txBody>
        </p:sp>
        <p:sp>
          <p:nvSpPr>
            <p:cNvPr id="7" name="object 7"/>
            <p:cNvSpPr/>
            <p:nvPr/>
          </p:nvSpPr>
          <p:spPr>
            <a:xfrm>
              <a:off x="2649134" y="5047471"/>
              <a:ext cx="6219825" cy="20955"/>
            </a:xfrm>
            <a:custGeom>
              <a:avLst/>
              <a:gdLst/>
              <a:ahLst/>
              <a:cxnLst/>
              <a:rect l="l" t="t" r="r" b="b"/>
              <a:pathLst>
                <a:path w="6219825" h="20954">
                  <a:moveTo>
                    <a:pt x="6219705" y="0"/>
                  </a:moveTo>
                  <a:lnTo>
                    <a:pt x="0" y="0"/>
                  </a:lnTo>
                  <a:lnTo>
                    <a:pt x="0" y="20941"/>
                  </a:lnTo>
                  <a:lnTo>
                    <a:pt x="6219705" y="20941"/>
                  </a:lnTo>
                  <a:lnTo>
                    <a:pt x="6219705" y="0"/>
                  </a:lnTo>
                  <a:close/>
                </a:path>
              </a:pathLst>
            </a:custGeom>
            <a:solidFill>
              <a:srgbClr val="000000"/>
            </a:solidFill>
          </p:spPr>
          <p:txBody>
            <a:bodyPr wrap="square" lIns="0" tIns="0" rIns="0" bIns="0" rtlCol="0"/>
            <a:lstStyle/>
            <a:p>
              <a:endParaRPr/>
            </a:p>
          </p:txBody>
        </p:sp>
        <p:sp>
          <p:nvSpPr>
            <p:cNvPr id="8" name="object 8"/>
            <p:cNvSpPr/>
            <p:nvPr/>
          </p:nvSpPr>
          <p:spPr>
            <a:xfrm>
              <a:off x="2649134" y="6021263"/>
              <a:ext cx="6219825" cy="20955"/>
            </a:xfrm>
            <a:custGeom>
              <a:avLst/>
              <a:gdLst/>
              <a:ahLst/>
              <a:cxnLst/>
              <a:rect l="l" t="t" r="r" b="b"/>
              <a:pathLst>
                <a:path w="6219825" h="20954">
                  <a:moveTo>
                    <a:pt x="6219705" y="0"/>
                  </a:moveTo>
                  <a:lnTo>
                    <a:pt x="0" y="0"/>
                  </a:lnTo>
                  <a:lnTo>
                    <a:pt x="0" y="20941"/>
                  </a:lnTo>
                  <a:lnTo>
                    <a:pt x="6219705" y="20941"/>
                  </a:lnTo>
                  <a:lnTo>
                    <a:pt x="6219705" y="0"/>
                  </a:lnTo>
                  <a:close/>
                </a:path>
              </a:pathLst>
            </a:custGeom>
            <a:solidFill>
              <a:srgbClr val="000000"/>
            </a:solidFill>
          </p:spPr>
          <p:txBody>
            <a:bodyPr wrap="square" lIns="0" tIns="0" rIns="0" bIns="0" rtlCol="0"/>
            <a:lstStyle/>
            <a:p>
              <a:endParaRPr/>
            </a:p>
          </p:txBody>
        </p:sp>
        <p:sp>
          <p:nvSpPr>
            <p:cNvPr id="9" name="object 9"/>
            <p:cNvSpPr/>
            <p:nvPr/>
          </p:nvSpPr>
          <p:spPr>
            <a:xfrm>
              <a:off x="2649134" y="6995055"/>
              <a:ext cx="6219825" cy="20955"/>
            </a:xfrm>
            <a:custGeom>
              <a:avLst/>
              <a:gdLst/>
              <a:ahLst/>
              <a:cxnLst/>
              <a:rect l="l" t="t" r="r" b="b"/>
              <a:pathLst>
                <a:path w="6219825" h="20954">
                  <a:moveTo>
                    <a:pt x="6219705" y="0"/>
                  </a:moveTo>
                  <a:lnTo>
                    <a:pt x="0" y="0"/>
                  </a:lnTo>
                  <a:lnTo>
                    <a:pt x="0" y="20941"/>
                  </a:lnTo>
                  <a:lnTo>
                    <a:pt x="6219705" y="20941"/>
                  </a:lnTo>
                  <a:lnTo>
                    <a:pt x="6219705" y="0"/>
                  </a:lnTo>
                  <a:close/>
                </a:path>
              </a:pathLst>
            </a:custGeom>
            <a:solidFill>
              <a:srgbClr val="000000"/>
            </a:solidFill>
          </p:spPr>
          <p:txBody>
            <a:bodyPr wrap="square" lIns="0" tIns="0" rIns="0" bIns="0" rtlCol="0"/>
            <a:lstStyle/>
            <a:p>
              <a:endParaRPr/>
            </a:p>
          </p:txBody>
        </p:sp>
        <p:sp>
          <p:nvSpPr>
            <p:cNvPr id="10" name="object 10"/>
            <p:cNvSpPr txBox="1"/>
            <p:nvPr/>
          </p:nvSpPr>
          <p:spPr>
            <a:xfrm>
              <a:off x="2633964" y="2606675"/>
              <a:ext cx="4902695" cy="392415"/>
            </a:xfrm>
            <a:prstGeom prst="rect">
              <a:avLst/>
            </a:prstGeom>
          </p:spPr>
          <p:txBody>
            <a:bodyPr vert="horz" wrap="square" lIns="0" tIns="15240" rIns="0" bIns="0" rtlCol="0">
              <a:spAutoFit/>
            </a:bodyPr>
            <a:lstStyle/>
            <a:p>
              <a:pPr marL="12700">
                <a:lnSpc>
                  <a:spcPct val="100000"/>
                </a:lnSpc>
                <a:spcBef>
                  <a:spcPts val="120"/>
                </a:spcBef>
              </a:pPr>
              <a:r>
                <a:rPr sz="2450" dirty="0">
                  <a:latin typeface="Futura Lt BT Light"/>
                  <a:cs typeface="Futura PT Book"/>
                </a:rPr>
                <a:t>Apresentação</a:t>
              </a:r>
              <a:r>
                <a:rPr sz="2450" spc="-65" dirty="0">
                  <a:latin typeface="Futura Lt BT Light"/>
                  <a:cs typeface="Futura PT Book"/>
                </a:rPr>
                <a:t> </a:t>
              </a:r>
              <a:r>
                <a:rPr sz="2450" spc="-10" dirty="0">
                  <a:latin typeface="Futura Lt BT Light"/>
                  <a:cs typeface="Futura PT Book"/>
                </a:rPr>
                <a:t>Corporativa</a:t>
              </a:r>
              <a:endParaRPr sz="2450" dirty="0">
                <a:latin typeface="Futura Lt BT Light"/>
                <a:cs typeface="Futura PT Book"/>
              </a:endParaRPr>
            </a:p>
          </p:txBody>
        </p:sp>
        <p:sp>
          <p:nvSpPr>
            <p:cNvPr id="11" name="object 11"/>
            <p:cNvSpPr txBox="1"/>
            <p:nvPr/>
          </p:nvSpPr>
          <p:spPr>
            <a:xfrm>
              <a:off x="2633965" y="3640780"/>
              <a:ext cx="4730787" cy="392415"/>
            </a:xfrm>
            <a:prstGeom prst="rect">
              <a:avLst/>
            </a:prstGeom>
          </p:spPr>
          <p:txBody>
            <a:bodyPr vert="horz" wrap="square" lIns="0" tIns="15240" rIns="0" bIns="0" rtlCol="0">
              <a:spAutoFit/>
            </a:bodyPr>
            <a:lstStyle/>
            <a:p>
              <a:pPr marL="12700">
                <a:lnSpc>
                  <a:spcPct val="100000"/>
                </a:lnSpc>
                <a:spcBef>
                  <a:spcPts val="120"/>
                </a:spcBef>
              </a:pPr>
              <a:r>
                <a:rPr sz="2450" dirty="0">
                  <a:latin typeface="Futura Lt BT Light"/>
                  <a:cs typeface="Futura PT Book"/>
                </a:rPr>
                <a:t>Entendimento</a:t>
              </a:r>
              <a:r>
                <a:rPr sz="2450" spc="-10" dirty="0">
                  <a:latin typeface="Futura Lt BT Light"/>
                  <a:cs typeface="Futura PT Book"/>
                </a:rPr>
                <a:t> </a:t>
              </a:r>
              <a:r>
                <a:rPr sz="2450" dirty="0">
                  <a:latin typeface="Futura Lt BT Light"/>
                  <a:cs typeface="Futura PT Book"/>
                </a:rPr>
                <a:t>da</a:t>
              </a:r>
              <a:r>
                <a:rPr sz="2450" spc="-5" dirty="0">
                  <a:latin typeface="Futura Lt BT Light"/>
                  <a:cs typeface="Futura PT Book"/>
                </a:rPr>
                <a:t> </a:t>
              </a:r>
              <a:r>
                <a:rPr sz="2450" spc="-10" dirty="0">
                  <a:latin typeface="Futura Lt BT Light"/>
                  <a:cs typeface="Futura PT Book"/>
                </a:rPr>
                <a:t>situação</a:t>
              </a:r>
              <a:endParaRPr sz="2450" dirty="0">
                <a:latin typeface="Futura Lt BT Light"/>
                <a:cs typeface="Futura PT Book"/>
              </a:endParaRPr>
            </a:p>
          </p:txBody>
        </p:sp>
        <p:sp>
          <p:nvSpPr>
            <p:cNvPr id="12" name="object 12"/>
            <p:cNvSpPr txBox="1"/>
            <p:nvPr/>
          </p:nvSpPr>
          <p:spPr>
            <a:xfrm>
              <a:off x="2633964" y="4541381"/>
              <a:ext cx="3379269" cy="392415"/>
            </a:xfrm>
            <a:prstGeom prst="rect">
              <a:avLst/>
            </a:prstGeom>
          </p:spPr>
          <p:txBody>
            <a:bodyPr vert="horz" wrap="square" lIns="0" tIns="15240" rIns="0" bIns="0" rtlCol="0">
              <a:spAutoFit/>
            </a:bodyPr>
            <a:lstStyle/>
            <a:p>
              <a:pPr marL="12700">
                <a:lnSpc>
                  <a:spcPct val="100000"/>
                </a:lnSpc>
                <a:spcBef>
                  <a:spcPts val="120"/>
                </a:spcBef>
              </a:pPr>
              <a:r>
                <a:rPr sz="2450" dirty="0">
                  <a:latin typeface="Futura Lt BT Light"/>
                  <a:cs typeface="Futura PT Book"/>
                </a:rPr>
                <a:t>Escopo</a:t>
              </a:r>
              <a:r>
                <a:rPr sz="2450" spc="5" dirty="0">
                  <a:latin typeface="Futura Lt BT Light"/>
                  <a:cs typeface="Futura PT Book"/>
                </a:rPr>
                <a:t> </a:t>
              </a:r>
              <a:r>
                <a:rPr sz="2450" dirty="0">
                  <a:latin typeface="Futura Lt BT Light"/>
                  <a:cs typeface="Futura PT Book"/>
                </a:rPr>
                <a:t>do</a:t>
              </a:r>
              <a:r>
                <a:rPr sz="2450" spc="5" dirty="0">
                  <a:latin typeface="Futura Lt BT Light"/>
                  <a:cs typeface="Futura PT Book"/>
                </a:rPr>
                <a:t> </a:t>
              </a:r>
              <a:r>
                <a:rPr sz="2450" spc="-10" dirty="0">
                  <a:latin typeface="Futura Lt BT Light"/>
                  <a:cs typeface="Futura PT Book"/>
                </a:rPr>
                <a:t>projeto</a:t>
              </a:r>
              <a:endParaRPr sz="2450">
                <a:latin typeface="Futura Lt BT Light"/>
                <a:cs typeface="Futura PT Book"/>
              </a:endParaRPr>
            </a:p>
          </p:txBody>
        </p:sp>
        <p:sp>
          <p:nvSpPr>
            <p:cNvPr id="13" name="object 13"/>
            <p:cNvSpPr txBox="1"/>
            <p:nvPr/>
          </p:nvSpPr>
          <p:spPr>
            <a:xfrm>
              <a:off x="2633965" y="5518001"/>
              <a:ext cx="3379268" cy="392415"/>
            </a:xfrm>
            <a:prstGeom prst="rect">
              <a:avLst/>
            </a:prstGeom>
          </p:spPr>
          <p:txBody>
            <a:bodyPr vert="horz" wrap="square" lIns="0" tIns="15240" rIns="0" bIns="0" rtlCol="0">
              <a:spAutoFit/>
            </a:bodyPr>
            <a:lstStyle/>
            <a:p>
              <a:pPr marL="12700">
                <a:lnSpc>
                  <a:spcPct val="100000"/>
                </a:lnSpc>
                <a:spcBef>
                  <a:spcPts val="120"/>
                </a:spcBef>
              </a:pPr>
              <a:r>
                <a:rPr lang="pt-BR" sz="2450" spc="-10" dirty="0">
                  <a:latin typeface="Futura Lt BT Light"/>
                  <a:cs typeface="Futura PT Book"/>
                </a:rPr>
                <a:t>Investimento</a:t>
              </a:r>
              <a:endParaRPr sz="2450" dirty="0">
                <a:latin typeface="Futura Lt BT Light"/>
                <a:cs typeface="Futura PT Book"/>
              </a:endParaRPr>
            </a:p>
          </p:txBody>
        </p:sp>
        <p:sp>
          <p:nvSpPr>
            <p:cNvPr id="14" name="object 14"/>
            <p:cNvSpPr txBox="1"/>
            <p:nvPr/>
          </p:nvSpPr>
          <p:spPr>
            <a:xfrm>
              <a:off x="2633964" y="6491793"/>
              <a:ext cx="5665485" cy="782265"/>
            </a:xfrm>
            <a:prstGeom prst="rect">
              <a:avLst/>
            </a:prstGeom>
          </p:spPr>
          <p:txBody>
            <a:bodyPr vert="horz" wrap="square" lIns="0" tIns="15240" rIns="0" bIns="0" rtlCol="0">
              <a:spAutoFit/>
            </a:bodyPr>
            <a:lstStyle/>
            <a:p>
              <a:pPr marL="12700">
                <a:spcBef>
                  <a:spcPts val="120"/>
                </a:spcBef>
              </a:pPr>
              <a:r>
                <a:rPr lang="pt-BR" sz="2450" dirty="0">
                  <a:latin typeface="Futura Lt BT Light"/>
                  <a:cs typeface="Futura PT Book"/>
                </a:rPr>
                <a:t>Prazo</a:t>
              </a:r>
              <a:r>
                <a:rPr lang="pt-BR" sz="2450" spc="-30" dirty="0">
                  <a:latin typeface="Futura Lt BT Light"/>
                  <a:cs typeface="Futura PT Book"/>
                </a:rPr>
                <a:t> </a:t>
              </a:r>
              <a:r>
                <a:rPr lang="pt-BR" sz="2450" dirty="0">
                  <a:latin typeface="Futura Lt BT Light"/>
                  <a:cs typeface="Futura PT Book"/>
                </a:rPr>
                <a:t>e</a:t>
              </a:r>
              <a:r>
                <a:rPr lang="pt-BR" sz="2450" spc="-25" dirty="0">
                  <a:latin typeface="Futura Lt BT Light"/>
                  <a:cs typeface="Futura PT Book"/>
                </a:rPr>
                <a:t> </a:t>
              </a:r>
              <a:r>
                <a:rPr lang="pt-BR" sz="2450" dirty="0">
                  <a:latin typeface="Futura Lt BT Light"/>
                  <a:cs typeface="Futura PT Book"/>
                </a:rPr>
                <a:t>Condições</a:t>
              </a:r>
              <a:r>
                <a:rPr lang="pt-BR" sz="2450" spc="-30" dirty="0">
                  <a:latin typeface="Futura Lt BT Light"/>
                  <a:cs typeface="Futura PT Book"/>
                </a:rPr>
                <a:t> </a:t>
              </a:r>
              <a:r>
                <a:rPr lang="pt-BR" sz="2450" dirty="0">
                  <a:latin typeface="Futura Lt BT Light"/>
                  <a:cs typeface="Futura PT Book"/>
                </a:rPr>
                <a:t>de</a:t>
              </a:r>
              <a:r>
                <a:rPr lang="pt-BR" sz="2450" spc="-25" dirty="0">
                  <a:latin typeface="Futura Lt BT Light"/>
                  <a:cs typeface="Futura PT Book"/>
                </a:rPr>
                <a:t> </a:t>
              </a:r>
              <a:r>
                <a:rPr lang="pt-BR" sz="2450" spc="-10" dirty="0">
                  <a:latin typeface="Futura Lt BT Light"/>
                  <a:cs typeface="Futura PT Book"/>
                </a:rPr>
                <a:t>Execução</a:t>
              </a:r>
              <a:endParaRPr lang="pt-BR" sz="2450" dirty="0">
                <a:latin typeface="Futura Lt BT Light"/>
                <a:cs typeface="Futura PT Book"/>
              </a:endParaRPr>
            </a:p>
            <a:p>
              <a:pPr marL="12700">
                <a:lnSpc>
                  <a:spcPct val="100000"/>
                </a:lnSpc>
                <a:spcBef>
                  <a:spcPts val="120"/>
                </a:spcBef>
              </a:pPr>
              <a:endParaRPr sz="2450" dirty="0">
                <a:latin typeface="Futura Lt BT Light"/>
                <a:cs typeface="Futura PT Book"/>
              </a:endParaRPr>
            </a:p>
          </p:txBody>
        </p:sp>
        <p:sp>
          <p:nvSpPr>
            <p:cNvPr id="15" name="object 15"/>
            <p:cNvSpPr/>
            <p:nvPr/>
          </p:nvSpPr>
          <p:spPr>
            <a:xfrm>
              <a:off x="2649134" y="7895551"/>
              <a:ext cx="6219825" cy="20955"/>
            </a:xfrm>
            <a:custGeom>
              <a:avLst/>
              <a:gdLst/>
              <a:ahLst/>
              <a:cxnLst/>
              <a:rect l="l" t="t" r="r" b="b"/>
              <a:pathLst>
                <a:path w="6219825" h="20954">
                  <a:moveTo>
                    <a:pt x="6219705" y="0"/>
                  </a:moveTo>
                  <a:lnTo>
                    <a:pt x="0" y="0"/>
                  </a:lnTo>
                  <a:lnTo>
                    <a:pt x="0" y="20941"/>
                  </a:lnTo>
                  <a:lnTo>
                    <a:pt x="6219705" y="20941"/>
                  </a:lnTo>
                  <a:lnTo>
                    <a:pt x="6219705" y="0"/>
                  </a:lnTo>
                  <a:close/>
                </a:path>
              </a:pathLst>
            </a:custGeom>
            <a:solidFill>
              <a:srgbClr val="000000"/>
            </a:solidFill>
          </p:spPr>
          <p:txBody>
            <a:bodyPr wrap="square" lIns="0" tIns="0" rIns="0" bIns="0" rtlCol="0"/>
            <a:lstStyle/>
            <a:p>
              <a:endParaRPr/>
            </a:p>
          </p:txBody>
        </p:sp>
        <p:sp>
          <p:nvSpPr>
            <p:cNvPr id="16" name="object 16"/>
            <p:cNvSpPr txBox="1"/>
            <p:nvPr/>
          </p:nvSpPr>
          <p:spPr>
            <a:xfrm>
              <a:off x="2633965" y="7392371"/>
              <a:ext cx="5962633" cy="392415"/>
            </a:xfrm>
            <a:prstGeom prst="rect">
              <a:avLst/>
            </a:prstGeom>
          </p:spPr>
          <p:txBody>
            <a:bodyPr vert="horz" wrap="square" lIns="0" tIns="15240" rIns="0" bIns="0" rtlCol="0">
              <a:spAutoFit/>
            </a:bodyPr>
            <a:lstStyle/>
            <a:p>
              <a:pPr marL="12700">
                <a:lnSpc>
                  <a:spcPct val="100000"/>
                </a:lnSpc>
                <a:spcBef>
                  <a:spcPts val="120"/>
                </a:spcBef>
              </a:pPr>
              <a:r>
                <a:rPr lang="pt-BR" sz="2450" dirty="0">
                  <a:latin typeface="Futura Lt BT Light"/>
                  <a:cs typeface="Futura PT Book"/>
                </a:rPr>
                <a:t>Equipe</a:t>
              </a:r>
              <a:endParaRPr sz="2450" dirty="0">
                <a:latin typeface="Futura Lt BT Light"/>
                <a:cs typeface="Futura PT Book"/>
              </a:endParaRPr>
            </a:p>
          </p:txBody>
        </p:sp>
        <p:sp>
          <p:nvSpPr>
            <p:cNvPr id="17" name="object 17"/>
            <p:cNvSpPr txBox="1"/>
            <p:nvPr/>
          </p:nvSpPr>
          <p:spPr>
            <a:xfrm>
              <a:off x="9107485" y="2857640"/>
              <a:ext cx="203835" cy="402590"/>
            </a:xfrm>
            <a:prstGeom prst="rect">
              <a:avLst/>
            </a:prstGeom>
          </p:spPr>
          <p:txBody>
            <a:bodyPr vert="horz" wrap="square" lIns="0" tIns="15240" rIns="0" bIns="0" rtlCol="0">
              <a:spAutoFit/>
            </a:bodyPr>
            <a:lstStyle/>
            <a:p>
              <a:pPr marL="12700">
                <a:lnSpc>
                  <a:spcPct val="100000"/>
                </a:lnSpc>
                <a:spcBef>
                  <a:spcPts val="120"/>
                </a:spcBef>
              </a:pPr>
              <a:r>
                <a:rPr sz="2450" spc="10" dirty="0">
                  <a:latin typeface="Futura PT Book"/>
                  <a:cs typeface="Futura PT Book"/>
                </a:rPr>
                <a:t>4</a:t>
              </a:r>
              <a:endParaRPr sz="2450" dirty="0">
                <a:latin typeface="Futura PT Book"/>
                <a:cs typeface="Futura PT Book"/>
              </a:endParaRPr>
            </a:p>
          </p:txBody>
        </p:sp>
        <p:sp>
          <p:nvSpPr>
            <p:cNvPr id="18" name="object 18"/>
            <p:cNvSpPr txBox="1"/>
            <p:nvPr/>
          </p:nvSpPr>
          <p:spPr>
            <a:xfrm>
              <a:off x="9107485" y="3821066"/>
              <a:ext cx="203835" cy="402590"/>
            </a:xfrm>
            <a:prstGeom prst="rect">
              <a:avLst/>
            </a:prstGeom>
          </p:spPr>
          <p:txBody>
            <a:bodyPr vert="horz" wrap="square" lIns="0" tIns="15240" rIns="0" bIns="0" rtlCol="0">
              <a:spAutoFit/>
            </a:bodyPr>
            <a:lstStyle/>
            <a:p>
              <a:pPr marL="12700">
                <a:lnSpc>
                  <a:spcPct val="100000"/>
                </a:lnSpc>
                <a:spcBef>
                  <a:spcPts val="120"/>
                </a:spcBef>
              </a:pPr>
              <a:r>
                <a:rPr sz="2450" spc="10" dirty="0">
                  <a:latin typeface="Futura PT Book"/>
                  <a:cs typeface="Futura PT Book"/>
                </a:rPr>
                <a:t>8</a:t>
              </a:r>
              <a:endParaRPr sz="2450">
                <a:latin typeface="Futura PT Book"/>
                <a:cs typeface="Futura PT Book"/>
              </a:endParaRPr>
            </a:p>
          </p:txBody>
        </p:sp>
        <p:sp>
          <p:nvSpPr>
            <p:cNvPr id="19" name="object 19"/>
            <p:cNvSpPr txBox="1"/>
            <p:nvPr/>
          </p:nvSpPr>
          <p:spPr>
            <a:xfrm>
              <a:off x="9107485" y="4794858"/>
              <a:ext cx="349885" cy="402590"/>
            </a:xfrm>
            <a:prstGeom prst="rect">
              <a:avLst/>
            </a:prstGeom>
          </p:spPr>
          <p:txBody>
            <a:bodyPr vert="horz" wrap="square" lIns="0" tIns="15240" rIns="0" bIns="0" rtlCol="0">
              <a:spAutoFit/>
            </a:bodyPr>
            <a:lstStyle/>
            <a:p>
              <a:pPr marL="12700">
                <a:lnSpc>
                  <a:spcPct val="100000"/>
                </a:lnSpc>
                <a:spcBef>
                  <a:spcPts val="120"/>
                </a:spcBef>
              </a:pPr>
              <a:r>
                <a:rPr sz="2450" spc="-95" dirty="0">
                  <a:latin typeface="Futura PT Book"/>
                  <a:cs typeface="Futura PT Book"/>
                </a:rPr>
                <a:t>1</a:t>
              </a:r>
              <a:r>
                <a:rPr lang="pt-BR" sz="2450" spc="-95" dirty="0">
                  <a:latin typeface="Futura PT Book"/>
                  <a:cs typeface="Futura PT Book"/>
                </a:rPr>
                <a:t>0</a:t>
              </a:r>
              <a:endParaRPr sz="2450" dirty="0">
                <a:latin typeface="Futura PT Book"/>
                <a:cs typeface="Futura PT Book"/>
              </a:endParaRPr>
            </a:p>
          </p:txBody>
        </p:sp>
        <p:sp>
          <p:nvSpPr>
            <p:cNvPr id="20" name="object 20"/>
            <p:cNvSpPr txBox="1"/>
            <p:nvPr/>
          </p:nvSpPr>
          <p:spPr>
            <a:xfrm>
              <a:off x="9107485" y="5747605"/>
              <a:ext cx="327025" cy="402590"/>
            </a:xfrm>
            <a:prstGeom prst="rect">
              <a:avLst/>
            </a:prstGeom>
          </p:spPr>
          <p:txBody>
            <a:bodyPr vert="horz" wrap="square" lIns="0" tIns="15240" rIns="0" bIns="0" rtlCol="0">
              <a:spAutoFit/>
            </a:bodyPr>
            <a:lstStyle/>
            <a:p>
              <a:pPr marL="12700">
                <a:lnSpc>
                  <a:spcPct val="100000"/>
                </a:lnSpc>
                <a:spcBef>
                  <a:spcPts val="120"/>
                </a:spcBef>
              </a:pPr>
              <a:r>
                <a:rPr sz="2450" spc="-365" dirty="0">
                  <a:latin typeface="Futura PT Book"/>
                  <a:cs typeface="Futura PT Book"/>
                </a:rPr>
                <a:t>1</a:t>
              </a:r>
              <a:r>
                <a:rPr lang="pt-BR" sz="2450" spc="-365" dirty="0">
                  <a:latin typeface="Futura PT Book"/>
                  <a:cs typeface="Futura PT Book"/>
                </a:rPr>
                <a:t>3</a:t>
              </a:r>
              <a:endParaRPr sz="2450" dirty="0">
                <a:latin typeface="Futura PT Book"/>
                <a:cs typeface="Futura PT Book"/>
              </a:endParaRPr>
            </a:p>
          </p:txBody>
        </p:sp>
        <p:sp>
          <p:nvSpPr>
            <p:cNvPr id="21" name="object 21"/>
            <p:cNvSpPr txBox="1"/>
            <p:nvPr/>
          </p:nvSpPr>
          <p:spPr>
            <a:xfrm>
              <a:off x="9107485" y="6742443"/>
              <a:ext cx="593998" cy="392415"/>
            </a:xfrm>
            <a:prstGeom prst="rect">
              <a:avLst/>
            </a:prstGeom>
          </p:spPr>
          <p:txBody>
            <a:bodyPr vert="horz" wrap="square" lIns="0" tIns="15240" rIns="0" bIns="0" rtlCol="0">
              <a:spAutoFit/>
            </a:bodyPr>
            <a:lstStyle>
              <a:defPPr>
                <a:defRPr kern="0"/>
              </a:defPPr>
              <a:lvl1pPr marL="12700">
                <a:lnSpc>
                  <a:spcPct val="100000"/>
                </a:lnSpc>
                <a:spcBef>
                  <a:spcPts val="120"/>
                </a:spcBef>
                <a:defRPr sz="2450" spc="-365">
                  <a:latin typeface="Futura PT Book"/>
                  <a:cs typeface="Futura PT Book"/>
                </a:defRPr>
              </a:lvl1pPr>
            </a:lstStyle>
            <a:p>
              <a:r>
                <a:rPr lang="pt-BR" dirty="0"/>
                <a:t>15</a:t>
              </a:r>
              <a:endParaRPr dirty="0"/>
            </a:p>
          </p:txBody>
        </p:sp>
        <p:sp>
          <p:nvSpPr>
            <p:cNvPr id="22" name="object 22"/>
            <p:cNvSpPr txBox="1"/>
            <p:nvPr/>
          </p:nvSpPr>
          <p:spPr>
            <a:xfrm>
              <a:off x="9107485" y="7621997"/>
              <a:ext cx="334645" cy="402590"/>
            </a:xfrm>
            <a:prstGeom prst="rect">
              <a:avLst/>
            </a:prstGeom>
          </p:spPr>
          <p:txBody>
            <a:bodyPr vert="horz" wrap="square" lIns="0" tIns="15240" rIns="0" bIns="0" rtlCol="0">
              <a:spAutoFit/>
            </a:bodyPr>
            <a:lstStyle/>
            <a:p>
              <a:pPr marL="12700">
                <a:lnSpc>
                  <a:spcPct val="100000"/>
                </a:lnSpc>
                <a:spcBef>
                  <a:spcPts val="120"/>
                </a:spcBef>
              </a:pPr>
              <a:r>
                <a:rPr lang="pt-BR" sz="2450" spc="-305" dirty="0">
                  <a:latin typeface="Futura PT Book"/>
                  <a:cs typeface="Futura PT Book"/>
                </a:rPr>
                <a:t>18</a:t>
              </a:r>
              <a:endParaRPr sz="2450" dirty="0">
                <a:latin typeface="Futura PT Book"/>
                <a:cs typeface="Futura PT Book"/>
              </a:endParaRPr>
            </a:p>
          </p:txBody>
        </p:sp>
        <p:sp>
          <p:nvSpPr>
            <p:cNvPr id="37" name="object 9">
              <a:extLst>
                <a:ext uri="{FF2B5EF4-FFF2-40B4-BE49-F238E27FC236}">
                  <a16:creationId xmlns:a16="http://schemas.microsoft.com/office/drawing/2014/main" id="{EF3C20D6-0F26-A87F-6EA2-F41E07348418}"/>
                </a:ext>
              </a:extLst>
            </p:cNvPr>
            <p:cNvSpPr/>
            <p:nvPr/>
          </p:nvSpPr>
          <p:spPr>
            <a:xfrm>
              <a:off x="2649134" y="8854365"/>
              <a:ext cx="6219825" cy="20955"/>
            </a:xfrm>
            <a:custGeom>
              <a:avLst/>
              <a:gdLst/>
              <a:ahLst/>
              <a:cxnLst/>
              <a:rect l="l" t="t" r="r" b="b"/>
              <a:pathLst>
                <a:path w="6219825" h="20954">
                  <a:moveTo>
                    <a:pt x="6219705" y="0"/>
                  </a:moveTo>
                  <a:lnTo>
                    <a:pt x="0" y="0"/>
                  </a:lnTo>
                  <a:lnTo>
                    <a:pt x="0" y="20941"/>
                  </a:lnTo>
                  <a:lnTo>
                    <a:pt x="6219705" y="20941"/>
                  </a:lnTo>
                  <a:lnTo>
                    <a:pt x="6219705" y="0"/>
                  </a:lnTo>
                  <a:close/>
                </a:path>
              </a:pathLst>
            </a:custGeom>
            <a:solidFill>
              <a:srgbClr val="000000"/>
            </a:solidFill>
          </p:spPr>
          <p:txBody>
            <a:bodyPr wrap="square" lIns="0" tIns="0" rIns="0" bIns="0" rtlCol="0"/>
            <a:lstStyle/>
            <a:p>
              <a:endParaRPr/>
            </a:p>
          </p:txBody>
        </p:sp>
        <p:sp>
          <p:nvSpPr>
            <p:cNvPr id="38" name="object 14">
              <a:extLst>
                <a:ext uri="{FF2B5EF4-FFF2-40B4-BE49-F238E27FC236}">
                  <a16:creationId xmlns:a16="http://schemas.microsoft.com/office/drawing/2014/main" id="{C8A79E43-ECDF-1BBC-3103-07E0BACBE742}"/>
                </a:ext>
              </a:extLst>
            </p:cNvPr>
            <p:cNvSpPr txBox="1"/>
            <p:nvPr/>
          </p:nvSpPr>
          <p:spPr>
            <a:xfrm>
              <a:off x="2633964" y="8351103"/>
              <a:ext cx="5665485" cy="782265"/>
            </a:xfrm>
            <a:prstGeom prst="rect">
              <a:avLst/>
            </a:prstGeom>
          </p:spPr>
          <p:txBody>
            <a:bodyPr vert="horz" wrap="square" lIns="0" tIns="15240" rIns="0" bIns="0" rtlCol="0">
              <a:spAutoFit/>
            </a:bodyPr>
            <a:lstStyle/>
            <a:p>
              <a:pPr marL="12700">
                <a:spcBef>
                  <a:spcPts val="120"/>
                </a:spcBef>
              </a:pPr>
              <a:r>
                <a:rPr lang="pt-BR" sz="2450" dirty="0">
                  <a:latin typeface="Futura Lt BT Light"/>
                  <a:cs typeface="Futura PT Book"/>
                </a:rPr>
                <a:t>Confidencialidade</a:t>
              </a:r>
            </a:p>
            <a:p>
              <a:pPr marL="12700">
                <a:lnSpc>
                  <a:spcPct val="100000"/>
                </a:lnSpc>
                <a:spcBef>
                  <a:spcPts val="120"/>
                </a:spcBef>
              </a:pPr>
              <a:endParaRPr sz="2450" dirty="0">
                <a:latin typeface="Futura Lt BT Light"/>
                <a:cs typeface="Futura PT Book"/>
              </a:endParaRPr>
            </a:p>
          </p:txBody>
        </p:sp>
        <p:sp>
          <p:nvSpPr>
            <p:cNvPr id="39" name="object 15">
              <a:extLst>
                <a:ext uri="{FF2B5EF4-FFF2-40B4-BE49-F238E27FC236}">
                  <a16:creationId xmlns:a16="http://schemas.microsoft.com/office/drawing/2014/main" id="{E43C9C9D-BA6D-4F37-631A-EF78841BD25E}"/>
                </a:ext>
              </a:extLst>
            </p:cNvPr>
            <p:cNvSpPr/>
            <p:nvPr/>
          </p:nvSpPr>
          <p:spPr>
            <a:xfrm>
              <a:off x="2649134" y="9754861"/>
              <a:ext cx="6219825" cy="20955"/>
            </a:xfrm>
            <a:custGeom>
              <a:avLst/>
              <a:gdLst/>
              <a:ahLst/>
              <a:cxnLst/>
              <a:rect l="l" t="t" r="r" b="b"/>
              <a:pathLst>
                <a:path w="6219825" h="20954">
                  <a:moveTo>
                    <a:pt x="6219705" y="0"/>
                  </a:moveTo>
                  <a:lnTo>
                    <a:pt x="0" y="0"/>
                  </a:lnTo>
                  <a:lnTo>
                    <a:pt x="0" y="20941"/>
                  </a:lnTo>
                  <a:lnTo>
                    <a:pt x="6219705" y="20941"/>
                  </a:lnTo>
                  <a:lnTo>
                    <a:pt x="6219705" y="0"/>
                  </a:lnTo>
                  <a:close/>
                </a:path>
              </a:pathLst>
            </a:custGeom>
            <a:solidFill>
              <a:srgbClr val="000000"/>
            </a:solidFill>
          </p:spPr>
          <p:txBody>
            <a:bodyPr wrap="square" lIns="0" tIns="0" rIns="0" bIns="0" rtlCol="0"/>
            <a:lstStyle/>
            <a:p>
              <a:endParaRPr/>
            </a:p>
          </p:txBody>
        </p:sp>
        <p:sp>
          <p:nvSpPr>
            <p:cNvPr id="40" name="object 16">
              <a:extLst>
                <a:ext uri="{FF2B5EF4-FFF2-40B4-BE49-F238E27FC236}">
                  <a16:creationId xmlns:a16="http://schemas.microsoft.com/office/drawing/2014/main" id="{61A4418E-48C3-2E05-EBDC-64B0C7A8C478}"/>
                </a:ext>
              </a:extLst>
            </p:cNvPr>
            <p:cNvSpPr txBox="1"/>
            <p:nvPr/>
          </p:nvSpPr>
          <p:spPr>
            <a:xfrm>
              <a:off x="2633965" y="9251681"/>
              <a:ext cx="5962633" cy="392415"/>
            </a:xfrm>
            <a:prstGeom prst="rect">
              <a:avLst/>
            </a:prstGeom>
          </p:spPr>
          <p:txBody>
            <a:bodyPr vert="horz" wrap="square" lIns="0" tIns="15240" rIns="0" bIns="0" rtlCol="0">
              <a:spAutoFit/>
            </a:bodyPr>
            <a:lstStyle/>
            <a:p>
              <a:pPr marL="12700">
                <a:lnSpc>
                  <a:spcPct val="100000"/>
                </a:lnSpc>
                <a:spcBef>
                  <a:spcPts val="120"/>
                </a:spcBef>
              </a:pPr>
              <a:r>
                <a:rPr lang="pt-BR" sz="2450" dirty="0">
                  <a:latin typeface="Futura Lt BT Light"/>
                  <a:cs typeface="Futura PT Book"/>
                </a:rPr>
                <a:t>Aceite e Contrato</a:t>
              </a:r>
              <a:endParaRPr sz="2450" dirty="0">
                <a:latin typeface="Futura Lt BT Light"/>
                <a:cs typeface="Futura PT Book"/>
              </a:endParaRPr>
            </a:p>
          </p:txBody>
        </p:sp>
        <p:sp>
          <p:nvSpPr>
            <p:cNvPr id="41" name="object 21">
              <a:extLst>
                <a:ext uri="{FF2B5EF4-FFF2-40B4-BE49-F238E27FC236}">
                  <a16:creationId xmlns:a16="http://schemas.microsoft.com/office/drawing/2014/main" id="{D8FE09CB-FAB8-F3B8-78A3-9ECFF3DC7609}"/>
                </a:ext>
              </a:extLst>
            </p:cNvPr>
            <p:cNvSpPr txBox="1"/>
            <p:nvPr/>
          </p:nvSpPr>
          <p:spPr>
            <a:xfrm>
              <a:off x="9107485" y="8601753"/>
              <a:ext cx="593998" cy="392415"/>
            </a:xfrm>
            <a:prstGeom prst="rect">
              <a:avLst/>
            </a:prstGeom>
          </p:spPr>
          <p:txBody>
            <a:bodyPr vert="horz" wrap="square" lIns="0" tIns="15240" rIns="0" bIns="0" rtlCol="0">
              <a:spAutoFit/>
            </a:bodyPr>
            <a:lstStyle/>
            <a:p>
              <a:pPr marL="36000">
                <a:lnSpc>
                  <a:spcPct val="100000"/>
                </a:lnSpc>
                <a:spcBef>
                  <a:spcPts val="120"/>
                </a:spcBef>
              </a:pPr>
              <a:r>
                <a:rPr lang="pt-BR" sz="2450" spc="-95" dirty="0">
                  <a:latin typeface="Futura PT Book"/>
                </a:rPr>
                <a:t>20</a:t>
              </a:r>
              <a:endParaRPr sz="2450" spc="-95" dirty="0">
                <a:latin typeface="Futura PT Book"/>
              </a:endParaRPr>
            </a:p>
          </p:txBody>
        </p:sp>
        <p:sp>
          <p:nvSpPr>
            <p:cNvPr id="42" name="object 22">
              <a:extLst>
                <a:ext uri="{FF2B5EF4-FFF2-40B4-BE49-F238E27FC236}">
                  <a16:creationId xmlns:a16="http://schemas.microsoft.com/office/drawing/2014/main" id="{4D30D562-1377-BFEC-25C3-85A81F6483C4}"/>
                </a:ext>
              </a:extLst>
            </p:cNvPr>
            <p:cNvSpPr txBox="1"/>
            <p:nvPr/>
          </p:nvSpPr>
          <p:spPr>
            <a:xfrm>
              <a:off x="9107485" y="9481307"/>
              <a:ext cx="483847" cy="392415"/>
            </a:xfrm>
            <a:prstGeom prst="rect">
              <a:avLst/>
            </a:prstGeom>
          </p:spPr>
          <p:txBody>
            <a:bodyPr vert="horz" wrap="square" lIns="0" tIns="15240" rIns="0" bIns="0" rtlCol="0">
              <a:spAutoFit/>
            </a:bodyPr>
            <a:lstStyle/>
            <a:p>
              <a:pPr marL="12700">
                <a:lnSpc>
                  <a:spcPct val="100000"/>
                </a:lnSpc>
                <a:spcBef>
                  <a:spcPts val="120"/>
                </a:spcBef>
              </a:pPr>
              <a:r>
                <a:rPr lang="pt-BR" sz="2450" spc="-95" dirty="0">
                  <a:latin typeface="Futura PT Book"/>
                </a:rPr>
                <a:t>21</a:t>
              </a:r>
              <a:endParaRPr sz="2450" spc="-95" dirty="0">
                <a:latin typeface="Futura PT Book"/>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20202">
              <a:alpha val="69999"/>
            </a:srgbClr>
          </a:solidFill>
        </p:spPr>
        <p:txBody>
          <a:bodyPr wrap="square" lIns="0" tIns="0" rIns="0" bIns="0" rtlCol="0"/>
          <a:lstStyle/>
          <a:p>
            <a:endParaRPr/>
          </a:p>
        </p:txBody>
      </p:sp>
      <p:sp>
        <p:nvSpPr>
          <p:cNvPr id="3" name="object 3"/>
          <p:cNvSpPr/>
          <p:nvPr/>
        </p:nvSpPr>
        <p:spPr>
          <a:xfrm>
            <a:off x="9737923" y="5183088"/>
            <a:ext cx="10366375" cy="1550035"/>
          </a:xfrm>
          <a:custGeom>
            <a:avLst/>
            <a:gdLst/>
            <a:ahLst/>
            <a:cxnLst/>
            <a:rect l="l" t="t" r="r" b="b"/>
            <a:pathLst>
              <a:path w="10366375" h="1550034">
                <a:moveTo>
                  <a:pt x="0" y="1549691"/>
                </a:moveTo>
                <a:lnTo>
                  <a:pt x="10366176" y="1549691"/>
                </a:lnTo>
                <a:lnTo>
                  <a:pt x="10366176" y="0"/>
                </a:lnTo>
                <a:lnTo>
                  <a:pt x="0" y="0"/>
                </a:lnTo>
                <a:lnTo>
                  <a:pt x="0" y="1549691"/>
                </a:lnTo>
                <a:close/>
              </a:path>
            </a:pathLst>
          </a:custGeom>
          <a:solidFill>
            <a:srgbClr val="090706">
              <a:alpha val="64999"/>
            </a:srgbClr>
          </a:solidFill>
        </p:spPr>
        <p:txBody>
          <a:bodyPr wrap="square" lIns="0" tIns="0" rIns="0" bIns="0" rtlCol="0"/>
          <a:lstStyle/>
          <a:p>
            <a:endParaRPr/>
          </a:p>
        </p:txBody>
      </p:sp>
      <p:sp>
        <p:nvSpPr>
          <p:cNvPr id="4" name="object 4"/>
          <p:cNvSpPr txBox="1">
            <a:spLocks noGrp="1"/>
          </p:cNvSpPr>
          <p:nvPr>
            <p:ph type="title"/>
          </p:nvPr>
        </p:nvSpPr>
        <p:spPr>
          <a:xfrm>
            <a:off x="10585450" y="5447907"/>
            <a:ext cx="10366375" cy="752770"/>
          </a:xfrm>
          <a:prstGeom prst="rect">
            <a:avLst/>
          </a:prstGeom>
        </p:spPr>
        <p:txBody>
          <a:bodyPr vert="horz" wrap="square" lIns="0" tIns="13970" rIns="0" bIns="0" rtlCol="0">
            <a:spAutoFit/>
          </a:bodyPr>
          <a:lstStyle/>
          <a:p>
            <a:pPr marL="12700">
              <a:lnSpc>
                <a:spcPct val="100000"/>
              </a:lnSpc>
              <a:spcBef>
                <a:spcPts val="110"/>
              </a:spcBef>
            </a:pPr>
            <a:r>
              <a:rPr sz="4800" spc="-20" dirty="0">
                <a:solidFill>
                  <a:srgbClr val="F3FFCC"/>
                </a:solidFill>
                <a:latin typeface="Futura Lt BT Light"/>
              </a:rPr>
              <a:t>APRESENTAÇÃO</a:t>
            </a:r>
            <a:r>
              <a:rPr sz="4800" spc="-240" dirty="0">
                <a:solidFill>
                  <a:srgbClr val="F3FFCC"/>
                </a:solidFill>
                <a:latin typeface="Futura Lt BT Light"/>
              </a:rPr>
              <a:t> </a:t>
            </a:r>
            <a:r>
              <a:rPr sz="4800" spc="-40" dirty="0">
                <a:solidFill>
                  <a:srgbClr val="F3FFCC"/>
                </a:solidFill>
                <a:latin typeface="Futura Lt BT Light"/>
              </a:rPr>
              <a:t>CORPORATIVA</a:t>
            </a:r>
            <a:endParaRPr sz="4800" dirty="0">
              <a:latin typeface="Futura Lt BT Light"/>
            </a:endParaRPr>
          </a:p>
        </p:txBody>
      </p:sp>
      <p:sp>
        <p:nvSpPr>
          <p:cNvPr id="5" name="object 5"/>
          <p:cNvSpPr/>
          <p:nvPr/>
        </p:nvSpPr>
        <p:spPr>
          <a:xfrm>
            <a:off x="10429002" y="5580981"/>
            <a:ext cx="41910" cy="764540"/>
          </a:xfrm>
          <a:custGeom>
            <a:avLst/>
            <a:gdLst/>
            <a:ahLst/>
            <a:cxnLst/>
            <a:rect l="l" t="t" r="r" b="b"/>
            <a:pathLst>
              <a:path w="41909" h="764539">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03190" y="2184931"/>
            <a:ext cx="14740095" cy="3017814"/>
          </a:xfrm>
          <a:prstGeom prst="rect">
            <a:avLst/>
          </a:prstGeom>
        </p:spPr>
        <p:txBody>
          <a:bodyPr vert="horz" wrap="square" lIns="0" tIns="11430" rIns="0" bIns="0" rtlCol="0">
            <a:spAutoFit/>
          </a:bodyPr>
          <a:lstStyle/>
          <a:p>
            <a:pPr marL="12700" marR="5080" algn="just">
              <a:lnSpc>
                <a:spcPct val="115700"/>
              </a:lnSpc>
              <a:spcBef>
                <a:spcPts val="90"/>
              </a:spcBef>
            </a:pPr>
            <a:r>
              <a:rPr sz="2850" dirty="0">
                <a:latin typeface="Futura Lt BT Light"/>
                <a:cs typeface="Futura PT Book"/>
              </a:rPr>
              <a:t>A</a:t>
            </a:r>
            <a:r>
              <a:rPr sz="2850" spc="275" dirty="0">
                <a:latin typeface="Futura Lt BT Light"/>
                <a:cs typeface="Futura PT Book"/>
              </a:rPr>
              <a:t>  </a:t>
            </a:r>
            <a:r>
              <a:rPr sz="2850" b="1" dirty="0">
                <a:solidFill>
                  <a:srgbClr val="006969"/>
                </a:solidFill>
                <a:latin typeface="Futura Lt BT Light"/>
                <a:cs typeface="Futura PT Heavy"/>
              </a:rPr>
              <a:t>Meden</a:t>
            </a:r>
            <a:r>
              <a:rPr sz="2850" b="1" spc="270" dirty="0">
                <a:solidFill>
                  <a:srgbClr val="006969"/>
                </a:solidFill>
                <a:latin typeface="Futura Lt BT Light"/>
                <a:cs typeface="Futura PT Heavy"/>
              </a:rPr>
              <a:t>  </a:t>
            </a:r>
            <a:r>
              <a:rPr sz="2850" b="1" dirty="0">
                <a:solidFill>
                  <a:srgbClr val="006969"/>
                </a:solidFill>
                <a:latin typeface="Futura Lt BT Light"/>
                <a:cs typeface="Futura PT Heavy"/>
              </a:rPr>
              <a:t>Consultoria</a:t>
            </a:r>
            <a:r>
              <a:rPr sz="2850" b="1" spc="275" dirty="0">
                <a:solidFill>
                  <a:srgbClr val="006969"/>
                </a:solidFill>
                <a:latin typeface="Futura Lt BT Light"/>
                <a:cs typeface="Futura PT Heavy"/>
              </a:rPr>
              <a:t>  </a:t>
            </a:r>
            <a:r>
              <a:rPr sz="2850" dirty="0">
                <a:latin typeface="Futura Lt BT Light"/>
                <a:cs typeface="Futura PT Book"/>
              </a:rPr>
              <a:t>é</a:t>
            </a:r>
            <a:r>
              <a:rPr sz="2850" spc="275" dirty="0">
                <a:latin typeface="Futura Lt BT Light"/>
                <a:cs typeface="Futura PT Book"/>
              </a:rPr>
              <a:t>  </a:t>
            </a:r>
            <a:r>
              <a:rPr sz="2850" dirty="0">
                <a:latin typeface="Futura Lt BT Light"/>
                <a:cs typeface="Futura PT Book"/>
              </a:rPr>
              <a:t>uma</a:t>
            </a:r>
            <a:r>
              <a:rPr sz="2850" spc="270" dirty="0">
                <a:latin typeface="Futura Lt BT Light"/>
                <a:cs typeface="Futura PT Book"/>
              </a:rPr>
              <a:t>  </a:t>
            </a:r>
            <a:r>
              <a:rPr sz="2850" dirty="0">
                <a:latin typeface="Futura Lt BT Light"/>
                <a:cs typeface="Futura PT Book"/>
              </a:rPr>
              <a:t>consultoria</a:t>
            </a:r>
            <a:r>
              <a:rPr sz="2850" spc="275" dirty="0">
                <a:latin typeface="Futura Lt BT Light"/>
                <a:cs typeface="Futura PT Book"/>
              </a:rPr>
              <a:t>  </a:t>
            </a:r>
            <a:r>
              <a:rPr sz="2850" dirty="0">
                <a:latin typeface="Futura Lt BT Light"/>
                <a:cs typeface="Futura PT Book"/>
              </a:rPr>
              <a:t>boutique</a:t>
            </a:r>
            <a:r>
              <a:rPr sz="2850" spc="270" dirty="0">
                <a:latin typeface="Futura Lt BT Light"/>
                <a:cs typeface="Futura PT Book"/>
              </a:rPr>
              <a:t>  </a:t>
            </a:r>
            <a:r>
              <a:rPr sz="2850" dirty="0">
                <a:latin typeface="Futura Lt BT Light"/>
                <a:cs typeface="Futura PT Book"/>
              </a:rPr>
              <a:t>constituída</a:t>
            </a:r>
            <a:r>
              <a:rPr sz="2850" spc="275" dirty="0">
                <a:latin typeface="Futura Lt BT Light"/>
                <a:cs typeface="Futura PT Book"/>
              </a:rPr>
              <a:t>  </a:t>
            </a:r>
            <a:r>
              <a:rPr sz="2850" dirty="0">
                <a:latin typeface="Futura Lt BT Light"/>
                <a:cs typeface="Futura PT Book"/>
              </a:rPr>
              <a:t>por</a:t>
            </a:r>
            <a:r>
              <a:rPr sz="2850" spc="275" dirty="0">
                <a:latin typeface="Futura Lt BT Light"/>
                <a:cs typeface="Futura PT Book"/>
              </a:rPr>
              <a:t>  </a:t>
            </a:r>
            <a:r>
              <a:rPr sz="2850" dirty="0">
                <a:latin typeface="Futura Lt BT Light"/>
                <a:cs typeface="Futura PT Book"/>
              </a:rPr>
              <a:t>uma</a:t>
            </a:r>
            <a:r>
              <a:rPr sz="2850" spc="270" dirty="0">
                <a:latin typeface="Futura Lt BT Light"/>
                <a:cs typeface="Futura PT Book"/>
              </a:rPr>
              <a:t>  </a:t>
            </a:r>
            <a:r>
              <a:rPr sz="2850" spc="-10" dirty="0">
                <a:latin typeface="Futura Lt BT Light"/>
                <a:cs typeface="Futura PT Book"/>
              </a:rPr>
              <a:t>equipe </a:t>
            </a:r>
            <a:r>
              <a:rPr sz="2850" dirty="0">
                <a:latin typeface="Futura Lt BT Light"/>
                <a:cs typeface="Futura PT Book"/>
              </a:rPr>
              <a:t>multidisciplinar</a:t>
            </a:r>
            <a:r>
              <a:rPr sz="2850" spc="-10" dirty="0">
                <a:latin typeface="Futura Lt BT Light"/>
                <a:cs typeface="Futura PT Book"/>
              </a:rPr>
              <a:t> </a:t>
            </a:r>
            <a:r>
              <a:rPr sz="2850" dirty="0">
                <a:latin typeface="Futura Lt BT Light"/>
                <a:cs typeface="Futura PT Book"/>
              </a:rPr>
              <a:t>com</a:t>
            </a:r>
            <a:r>
              <a:rPr sz="2850" spc="-5" dirty="0">
                <a:latin typeface="Futura Lt BT Light"/>
                <a:cs typeface="Futura PT Book"/>
              </a:rPr>
              <a:t> </a:t>
            </a:r>
            <a:r>
              <a:rPr sz="2850" dirty="0">
                <a:latin typeface="Futura Lt BT Light"/>
                <a:cs typeface="Futura PT Book"/>
              </a:rPr>
              <a:t>vasta</a:t>
            </a:r>
            <a:r>
              <a:rPr sz="2850" spc="-5" dirty="0">
                <a:latin typeface="Futura Lt BT Light"/>
                <a:cs typeface="Futura PT Book"/>
              </a:rPr>
              <a:t> </a:t>
            </a:r>
            <a:r>
              <a:rPr sz="2850" dirty="0">
                <a:latin typeface="Futura Lt BT Light"/>
                <a:cs typeface="Futura PT Book"/>
              </a:rPr>
              <a:t>experiência</a:t>
            </a:r>
            <a:r>
              <a:rPr sz="2850" spc="-10" dirty="0">
                <a:latin typeface="Futura Lt BT Light"/>
                <a:cs typeface="Futura PT Book"/>
              </a:rPr>
              <a:t> </a:t>
            </a:r>
            <a:r>
              <a:rPr sz="2850" dirty="0">
                <a:latin typeface="Futura Lt BT Light"/>
                <a:cs typeface="Futura PT Book"/>
              </a:rPr>
              <a:t>no</a:t>
            </a:r>
            <a:r>
              <a:rPr sz="2850" spc="-5" dirty="0">
                <a:latin typeface="Futura Lt BT Light"/>
                <a:cs typeface="Futura PT Book"/>
              </a:rPr>
              <a:t> </a:t>
            </a:r>
            <a:r>
              <a:rPr sz="2850" dirty="0">
                <a:latin typeface="Futura Lt BT Light"/>
                <a:cs typeface="Futura PT Book"/>
              </a:rPr>
              <a:t>mercado</a:t>
            </a:r>
            <a:r>
              <a:rPr sz="2850" spc="-5" dirty="0">
                <a:latin typeface="Futura Lt BT Light"/>
                <a:cs typeface="Futura PT Book"/>
              </a:rPr>
              <a:t> </a:t>
            </a:r>
            <a:r>
              <a:rPr sz="2850" dirty="0">
                <a:latin typeface="Futura Lt BT Light"/>
                <a:cs typeface="Futura PT Book"/>
              </a:rPr>
              <a:t>de</a:t>
            </a:r>
            <a:r>
              <a:rPr sz="2850" spc="-10" dirty="0">
                <a:latin typeface="Futura Lt BT Light"/>
                <a:cs typeface="Futura PT Book"/>
              </a:rPr>
              <a:t> </a:t>
            </a:r>
            <a:r>
              <a:rPr sz="2850" dirty="0">
                <a:latin typeface="Futura Lt BT Light"/>
                <a:cs typeface="Futura PT Book"/>
              </a:rPr>
              <a:t>avaliações</a:t>
            </a:r>
            <a:r>
              <a:rPr sz="2850" spc="-5" dirty="0">
                <a:latin typeface="Futura Lt BT Light"/>
                <a:cs typeface="Futura PT Book"/>
              </a:rPr>
              <a:t> </a:t>
            </a:r>
            <a:r>
              <a:rPr sz="2850" dirty="0">
                <a:latin typeface="Futura Lt BT Light"/>
                <a:cs typeface="Futura PT Book"/>
              </a:rPr>
              <a:t>e</a:t>
            </a:r>
            <a:r>
              <a:rPr sz="2850" spc="-5" dirty="0">
                <a:latin typeface="Futura Lt BT Light"/>
                <a:cs typeface="Futura PT Book"/>
              </a:rPr>
              <a:t> </a:t>
            </a:r>
            <a:r>
              <a:rPr sz="2850" dirty="0">
                <a:latin typeface="Futura Lt BT Light"/>
                <a:cs typeface="Futura PT Book"/>
              </a:rPr>
              <a:t>de</a:t>
            </a:r>
            <a:r>
              <a:rPr sz="2850" spc="-10" dirty="0">
                <a:latin typeface="Futura Lt BT Light"/>
                <a:cs typeface="Futura PT Book"/>
              </a:rPr>
              <a:t> </a:t>
            </a:r>
            <a:r>
              <a:rPr sz="2850" dirty="0">
                <a:latin typeface="Futura Lt BT Light"/>
                <a:cs typeface="Futura PT Book"/>
              </a:rPr>
              <a:t>fusões</a:t>
            </a:r>
            <a:r>
              <a:rPr sz="2850" spc="-5" dirty="0">
                <a:latin typeface="Futura Lt BT Light"/>
                <a:cs typeface="Futura PT Book"/>
              </a:rPr>
              <a:t> </a:t>
            </a:r>
            <a:r>
              <a:rPr sz="2850" dirty="0">
                <a:latin typeface="Futura Lt BT Light"/>
                <a:cs typeface="Futura PT Book"/>
              </a:rPr>
              <a:t>e</a:t>
            </a:r>
            <a:r>
              <a:rPr sz="2850" spc="-5" dirty="0">
                <a:latin typeface="Futura Lt BT Light"/>
                <a:cs typeface="Futura PT Book"/>
              </a:rPr>
              <a:t> </a:t>
            </a:r>
            <a:r>
              <a:rPr sz="2850" spc="-10" dirty="0">
                <a:latin typeface="Futura Lt BT Light"/>
                <a:cs typeface="Futura PT Book"/>
              </a:rPr>
              <a:t>aquisições, </a:t>
            </a:r>
            <a:r>
              <a:rPr sz="2850" dirty="0">
                <a:latin typeface="Futura Lt BT Light"/>
                <a:cs typeface="Futura PT Book"/>
              </a:rPr>
              <a:t>tendo participado</a:t>
            </a:r>
            <a:r>
              <a:rPr sz="2850" spc="10" dirty="0">
                <a:latin typeface="Futura Lt BT Light"/>
                <a:cs typeface="Futura PT Book"/>
              </a:rPr>
              <a:t> </a:t>
            </a:r>
            <a:r>
              <a:rPr sz="2850" dirty="0">
                <a:latin typeface="Futura Lt BT Light"/>
                <a:cs typeface="Futura PT Book"/>
              </a:rPr>
              <a:t>de</a:t>
            </a:r>
            <a:r>
              <a:rPr sz="2850" spc="10" dirty="0">
                <a:latin typeface="Futura Lt BT Light"/>
                <a:cs typeface="Futura PT Book"/>
              </a:rPr>
              <a:t> </a:t>
            </a:r>
            <a:r>
              <a:rPr sz="2850" dirty="0">
                <a:latin typeface="Futura Lt BT Light"/>
                <a:cs typeface="Futura PT Book"/>
              </a:rPr>
              <a:t>projetos</a:t>
            </a:r>
            <a:r>
              <a:rPr sz="2850" spc="5" dirty="0">
                <a:latin typeface="Futura Lt BT Light"/>
                <a:cs typeface="Futura PT Book"/>
              </a:rPr>
              <a:t> </a:t>
            </a:r>
            <a:r>
              <a:rPr sz="2850" dirty="0">
                <a:latin typeface="Futura Lt BT Light"/>
                <a:cs typeface="Futura PT Book"/>
              </a:rPr>
              <a:t>que</a:t>
            </a:r>
            <a:r>
              <a:rPr sz="2850" spc="10" dirty="0">
                <a:latin typeface="Futura Lt BT Light"/>
                <a:cs typeface="Futura PT Book"/>
              </a:rPr>
              <a:t> </a:t>
            </a:r>
            <a:r>
              <a:rPr sz="2850" dirty="0">
                <a:latin typeface="Futura Lt BT Light"/>
                <a:cs typeface="Futura PT Book"/>
              </a:rPr>
              <a:t>somam</a:t>
            </a:r>
            <a:r>
              <a:rPr sz="2850" spc="10" dirty="0">
                <a:latin typeface="Futura Lt BT Light"/>
                <a:cs typeface="Futura PT Book"/>
              </a:rPr>
              <a:t> </a:t>
            </a:r>
            <a:r>
              <a:rPr sz="2850" dirty="0">
                <a:latin typeface="Futura Lt BT Light"/>
                <a:cs typeface="Futura PT Book"/>
              </a:rPr>
              <a:t>mais</a:t>
            </a:r>
            <a:r>
              <a:rPr sz="2850" spc="10" dirty="0">
                <a:latin typeface="Futura Lt BT Light"/>
                <a:cs typeface="Futura PT Book"/>
              </a:rPr>
              <a:t> </a:t>
            </a:r>
            <a:r>
              <a:rPr sz="2850" dirty="0">
                <a:latin typeface="Futura Lt BT Light"/>
                <a:cs typeface="Futura PT Book"/>
              </a:rPr>
              <a:t>de</a:t>
            </a:r>
            <a:r>
              <a:rPr sz="2850" spc="10" dirty="0">
                <a:latin typeface="Futura Lt BT Light"/>
                <a:cs typeface="Futura PT Book"/>
              </a:rPr>
              <a:t> </a:t>
            </a:r>
            <a:r>
              <a:rPr sz="2850" dirty="0">
                <a:latin typeface="Futura Lt BT Light"/>
                <a:cs typeface="Futura PT Book"/>
              </a:rPr>
              <a:t>R$</a:t>
            </a:r>
            <a:r>
              <a:rPr sz="2850" spc="10" dirty="0">
                <a:latin typeface="Futura Lt BT Light"/>
                <a:cs typeface="Futura PT Book"/>
              </a:rPr>
              <a:t> </a:t>
            </a:r>
            <a:r>
              <a:rPr lang="pt-BR" sz="2850" spc="10" dirty="0">
                <a:latin typeface="Futura Lt BT Light"/>
                <a:cs typeface="Futura PT Book"/>
              </a:rPr>
              <a:t>3</a:t>
            </a:r>
            <a:r>
              <a:rPr sz="2850" dirty="0">
                <a:latin typeface="Futura Lt BT Light"/>
                <a:cs typeface="Futura PT Book"/>
              </a:rPr>
              <a:t>00</a:t>
            </a:r>
            <a:r>
              <a:rPr sz="2850" spc="5" dirty="0">
                <a:latin typeface="Futura Lt BT Light"/>
                <a:cs typeface="Futura PT Book"/>
              </a:rPr>
              <a:t> </a:t>
            </a:r>
            <a:r>
              <a:rPr sz="2850" dirty="0">
                <a:latin typeface="Futura Lt BT Light"/>
                <a:cs typeface="Futura PT Book"/>
              </a:rPr>
              <a:t>bilhões</a:t>
            </a:r>
            <a:r>
              <a:rPr sz="2850" spc="10" dirty="0">
                <a:latin typeface="Futura Lt BT Light"/>
                <a:cs typeface="Futura PT Book"/>
              </a:rPr>
              <a:t> </a:t>
            </a:r>
            <a:r>
              <a:rPr sz="2850" dirty="0">
                <a:latin typeface="Futura Lt BT Light"/>
                <a:cs typeface="Futura PT Book"/>
              </a:rPr>
              <a:t>em</a:t>
            </a:r>
            <a:r>
              <a:rPr sz="2850" spc="10" dirty="0">
                <a:latin typeface="Futura Lt BT Light"/>
                <a:cs typeface="Futura PT Book"/>
              </a:rPr>
              <a:t> </a:t>
            </a:r>
            <a:r>
              <a:rPr sz="2850" dirty="0">
                <a:latin typeface="Futura Lt BT Light"/>
                <a:cs typeface="Futura PT Book"/>
              </a:rPr>
              <a:t>ativos.</a:t>
            </a:r>
            <a:r>
              <a:rPr sz="2850" spc="10" dirty="0">
                <a:latin typeface="Futura Lt BT Light"/>
                <a:cs typeface="Futura PT Book"/>
              </a:rPr>
              <a:t> </a:t>
            </a:r>
            <a:r>
              <a:rPr sz="2850" dirty="0">
                <a:latin typeface="Futura Lt BT Light"/>
                <a:cs typeface="Futura PT Book"/>
              </a:rPr>
              <a:t>Com</a:t>
            </a:r>
            <a:r>
              <a:rPr sz="2850" spc="10" dirty="0">
                <a:latin typeface="Futura Lt BT Light"/>
                <a:cs typeface="Futura PT Book"/>
              </a:rPr>
              <a:t> </a:t>
            </a:r>
            <a:r>
              <a:rPr sz="2850" dirty="0">
                <a:latin typeface="Futura Lt BT Light"/>
                <a:cs typeface="Futura PT Book"/>
              </a:rPr>
              <a:t>foco</a:t>
            </a:r>
            <a:r>
              <a:rPr sz="2850" spc="10" dirty="0">
                <a:latin typeface="Futura Lt BT Light"/>
                <a:cs typeface="Futura PT Book"/>
              </a:rPr>
              <a:t> </a:t>
            </a:r>
            <a:r>
              <a:rPr sz="2850" spc="-25" dirty="0">
                <a:latin typeface="Futura Lt BT Light"/>
                <a:cs typeface="Futura PT Book"/>
              </a:rPr>
              <a:t>no </a:t>
            </a:r>
            <a:r>
              <a:rPr sz="2850" dirty="0">
                <a:latin typeface="Futura Lt BT Light"/>
                <a:cs typeface="Futura PT Book"/>
              </a:rPr>
              <a:t>atendimento</a:t>
            </a:r>
            <a:r>
              <a:rPr sz="2850" spc="110" dirty="0">
                <a:latin typeface="Futura Lt BT Light"/>
                <a:cs typeface="Futura PT Book"/>
              </a:rPr>
              <a:t>  </a:t>
            </a:r>
            <a:r>
              <a:rPr sz="2850" dirty="0">
                <a:latin typeface="Futura Lt BT Light"/>
                <a:cs typeface="Futura PT Book"/>
              </a:rPr>
              <a:t>eficiente</a:t>
            </a:r>
            <a:r>
              <a:rPr sz="2850" spc="110" dirty="0">
                <a:latin typeface="Futura Lt BT Light"/>
                <a:cs typeface="Futura PT Book"/>
              </a:rPr>
              <a:t>  </a:t>
            </a:r>
            <a:r>
              <a:rPr sz="2850" dirty="0">
                <a:latin typeface="Futura Lt BT Light"/>
                <a:cs typeface="Futura PT Book"/>
              </a:rPr>
              <a:t>e</a:t>
            </a:r>
            <a:r>
              <a:rPr sz="2850" spc="110" dirty="0">
                <a:latin typeface="Futura Lt BT Light"/>
                <a:cs typeface="Futura PT Book"/>
              </a:rPr>
              <a:t>  </a:t>
            </a:r>
            <a:r>
              <a:rPr sz="2850" dirty="0">
                <a:latin typeface="Futura Lt BT Light"/>
                <a:cs typeface="Futura PT Book"/>
              </a:rPr>
              <a:t>personalizado,</a:t>
            </a:r>
            <a:r>
              <a:rPr sz="2850" spc="114" dirty="0">
                <a:latin typeface="Futura Lt BT Light"/>
                <a:cs typeface="Futura PT Book"/>
              </a:rPr>
              <a:t>  </a:t>
            </a:r>
            <a:r>
              <a:rPr sz="2850" dirty="0">
                <a:latin typeface="Futura Lt BT Light"/>
                <a:cs typeface="Futura PT Book"/>
              </a:rPr>
              <a:t>a</a:t>
            </a:r>
            <a:r>
              <a:rPr sz="2850" spc="110" dirty="0">
                <a:latin typeface="Futura Lt BT Light"/>
                <a:cs typeface="Futura PT Book"/>
              </a:rPr>
              <a:t>  </a:t>
            </a:r>
            <a:r>
              <a:rPr sz="2850" b="1" dirty="0">
                <a:solidFill>
                  <a:srgbClr val="006969"/>
                </a:solidFill>
                <a:latin typeface="Futura Lt BT Light"/>
                <a:cs typeface="Futura PT Heavy"/>
              </a:rPr>
              <a:t>Meden</a:t>
            </a:r>
            <a:r>
              <a:rPr sz="2850" b="1" spc="110" dirty="0">
                <a:solidFill>
                  <a:srgbClr val="006969"/>
                </a:solidFill>
                <a:latin typeface="Futura Lt BT Light"/>
                <a:cs typeface="Futura PT Heavy"/>
              </a:rPr>
              <a:t>  </a:t>
            </a:r>
            <a:r>
              <a:rPr sz="2850" b="1" dirty="0">
                <a:solidFill>
                  <a:srgbClr val="006969"/>
                </a:solidFill>
                <a:latin typeface="Futura Lt BT Light"/>
                <a:cs typeface="Futura PT Heavy"/>
              </a:rPr>
              <a:t>Consultoria</a:t>
            </a:r>
            <a:r>
              <a:rPr sz="2850" b="1" spc="110" dirty="0">
                <a:solidFill>
                  <a:srgbClr val="006969"/>
                </a:solidFill>
                <a:latin typeface="Futura Lt BT Light"/>
                <a:cs typeface="Futura PT Heavy"/>
              </a:rPr>
              <a:t>  </a:t>
            </a:r>
            <a:r>
              <a:rPr sz="2850" dirty="0">
                <a:latin typeface="Futura Lt BT Light"/>
                <a:cs typeface="Futura PT Book"/>
              </a:rPr>
              <a:t>já</a:t>
            </a:r>
            <a:r>
              <a:rPr sz="2850" spc="110" dirty="0">
                <a:latin typeface="Futura Lt BT Light"/>
                <a:cs typeface="Futura PT Book"/>
              </a:rPr>
              <a:t>  </a:t>
            </a:r>
            <a:r>
              <a:rPr sz="2850" dirty="0">
                <a:latin typeface="Futura Lt BT Light"/>
                <a:cs typeface="Futura PT Book"/>
              </a:rPr>
              <a:t>realizou</a:t>
            </a:r>
            <a:r>
              <a:rPr sz="2850" spc="110" dirty="0">
                <a:latin typeface="Futura Lt BT Light"/>
                <a:cs typeface="Futura PT Book"/>
              </a:rPr>
              <a:t>  </a:t>
            </a:r>
            <a:r>
              <a:rPr sz="2850" spc="-10" dirty="0">
                <a:latin typeface="Futura Lt BT Light"/>
                <a:cs typeface="Futura PT Book"/>
              </a:rPr>
              <a:t>diversos </a:t>
            </a:r>
            <a:r>
              <a:rPr sz="2850" dirty="0">
                <a:latin typeface="Futura Lt BT Light"/>
                <a:cs typeface="Futura PT Book"/>
              </a:rPr>
              <a:t>projetos</a:t>
            </a:r>
            <a:r>
              <a:rPr sz="2850" spc="390" dirty="0">
                <a:latin typeface="Futura Lt BT Light"/>
                <a:cs typeface="Futura PT Book"/>
              </a:rPr>
              <a:t>   </a:t>
            </a:r>
            <a:r>
              <a:rPr sz="2850" dirty="0">
                <a:latin typeface="Futura Lt BT Light"/>
                <a:cs typeface="Futura PT Book"/>
              </a:rPr>
              <a:t>para</a:t>
            </a:r>
            <a:r>
              <a:rPr sz="2850" spc="390" dirty="0">
                <a:latin typeface="Futura Lt BT Light"/>
                <a:cs typeface="Futura PT Book"/>
              </a:rPr>
              <a:t>   </a:t>
            </a:r>
            <a:r>
              <a:rPr sz="2850" dirty="0">
                <a:latin typeface="Futura Lt BT Light"/>
                <a:cs typeface="Futura PT Book"/>
              </a:rPr>
              <a:t>empresas</a:t>
            </a:r>
            <a:r>
              <a:rPr sz="2850" spc="390" dirty="0">
                <a:latin typeface="Futura Lt BT Light"/>
                <a:cs typeface="Futura PT Book"/>
              </a:rPr>
              <a:t>   </a:t>
            </a:r>
            <a:r>
              <a:rPr sz="2850" dirty="0">
                <a:latin typeface="Futura Lt BT Light"/>
                <a:cs typeface="Futura PT Book"/>
              </a:rPr>
              <a:t>de</a:t>
            </a:r>
            <a:r>
              <a:rPr sz="2850" spc="385" dirty="0">
                <a:latin typeface="Futura Lt BT Light"/>
                <a:cs typeface="Futura PT Book"/>
              </a:rPr>
              <a:t>   </a:t>
            </a:r>
            <a:r>
              <a:rPr sz="2850" dirty="0">
                <a:latin typeface="Futura Lt BT Light"/>
                <a:cs typeface="Futura PT Book"/>
              </a:rPr>
              <a:t>diferentes</a:t>
            </a:r>
            <a:r>
              <a:rPr sz="2850" spc="390" dirty="0">
                <a:latin typeface="Futura Lt BT Light"/>
                <a:cs typeface="Futura PT Book"/>
              </a:rPr>
              <a:t>   </a:t>
            </a:r>
            <a:r>
              <a:rPr sz="2850" dirty="0">
                <a:latin typeface="Futura Lt BT Light"/>
                <a:cs typeface="Futura PT Book"/>
              </a:rPr>
              <a:t>setores,</a:t>
            </a:r>
            <a:r>
              <a:rPr sz="2850" spc="390" dirty="0">
                <a:latin typeface="Futura Lt BT Light"/>
                <a:cs typeface="Futura PT Book"/>
              </a:rPr>
              <a:t>   </a:t>
            </a:r>
            <a:r>
              <a:rPr sz="2850" dirty="0">
                <a:latin typeface="Futura Lt BT Light"/>
                <a:cs typeface="Futura PT Book"/>
              </a:rPr>
              <a:t>no</a:t>
            </a:r>
            <a:r>
              <a:rPr sz="2850" spc="390" dirty="0">
                <a:latin typeface="Futura Lt BT Light"/>
                <a:cs typeface="Futura PT Book"/>
              </a:rPr>
              <a:t>   </a:t>
            </a:r>
            <a:r>
              <a:rPr sz="2850" dirty="0">
                <a:latin typeface="Futura Lt BT Light"/>
                <a:cs typeface="Futura PT Book"/>
              </a:rPr>
              <a:t>Brasil</a:t>
            </a:r>
            <a:r>
              <a:rPr sz="2850" spc="390" dirty="0">
                <a:latin typeface="Futura Lt BT Light"/>
                <a:cs typeface="Futura PT Book"/>
              </a:rPr>
              <a:t>   </a:t>
            </a:r>
            <a:r>
              <a:rPr sz="2850" dirty="0">
                <a:latin typeface="Futura Lt BT Light"/>
                <a:cs typeface="Futura PT Book"/>
              </a:rPr>
              <a:t>e</a:t>
            </a:r>
            <a:r>
              <a:rPr sz="2850" spc="390" dirty="0">
                <a:latin typeface="Futura Lt BT Light"/>
                <a:cs typeface="Futura PT Book"/>
              </a:rPr>
              <a:t>   </a:t>
            </a:r>
            <a:r>
              <a:rPr sz="2850" dirty="0">
                <a:latin typeface="Futura Lt BT Light"/>
                <a:cs typeface="Futura PT Book"/>
              </a:rPr>
              <a:t>no</a:t>
            </a:r>
            <a:r>
              <a:rPr sz="2850" spc="385" dirty="0">
                <a:latin typeface="Futura Lt BT Light"/>
                <a:cs typeface="Futura PT Book"/>
              </a:rPr>
              <a:t>   </a:t>
            </a:r>
            <a:r>
              <a:rPr sz="2850" spc="-10" dirty="0">
                <a:latin typeface="Futura Lt BT Light"/>
                <a:cs typeface="Futura PT Book"/>
              </a:rPr>
              <a:t>exterior.</a:t>
            </a:r>
            <a:endParaRPr sz="2850" dirty="0">
              <a:latin typeface="Futura Lt BT Light"/>
              <a:cs typeface="Futura PT Book"/>
            </a:endParaRPr>
          </a:p>
        </p:txBody>
      </p:sp>
      <p:sp>
        <p:nvSpPr>
          <p:cNvPr id="3" name="object 3"/>
          <p:cNvSpPr txBox="1"/>
          <p:nvPr/>
        </p:nvSpPr>
        <p:spPr>
          <a:xfrm>
            <a:off x="6609835" y="5383133"/>
            <a:ext cx="9643220" cy="5684569"/>
          </a:xfrm>
          <a:prstGeom prst="rect">
            <a:avLst/>
          </a:prstGeom>
        </p:spPr>
        <p:txBody>
          <a:bodyPr vert="horz" wrap="square" lIns="0" tIns="12065" rIns="0" bIns="0" rtlCol="0">
            <a:spAutoFit/>
          </a:bodyPr>
          <a:lstStyle/>
          <a:p>
            <a:pPr marL="342900" marR="14605" indent="-342900" algn="just">
              <a:lnSpc>
                <a:spcPct val="150000"/>
              </a:lnSpc>
              <a:spcAft>
                <a:spcPts val="600"/>
              </a:spcAft>
              <a:buBlip>
                <a:blip r:embed="rId2"/>
              </a:buBlip>
              <a:tabLst>
                <a:tab pos="450215" algn="l"/>
                <a:tab pos="685800" algn="l"/>
              </a:tabLst>
            </a:pPr>
            <a:r>
              <a:rPr sz="2400" dirty="0">
                <a:latin typeface="Futura Lt BT Light"/>
                <a:ea typeface="+mn-ea"/>
                <a:cs typeface="+mn-cs"/>
              </a:rPr>
              <a:t>Consultoria Econômico-Financeira, Contábil e de </a:t>
            </a:r>
            <a:r>
              <a:rPr sz="2400" dirty="0" err="1">
                <a:latin typeface="Futura Lt BT Light"/>
                <a:ea typeface="+mn-ea"/>
                <a:cs typeface="+mn-cs"/>
              </a:rPr>
              <a:t>Engenharia</a:t>
            </a:r>
            <a:r>
              <a:rPr sz="2400" dirty="0">
                <a:latin typeface="Futura Lt BT Light"/>
                <a:ea typeface="+mn-ea"/>
                <a:cs typeface="+mn-cs"/>
              </a:rPr>
              <a:t> </a:t>
            </a:r>
            <a:endParaRPr lang="pt-B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Avaliação</a:t>
            </a:r>
            <a:r>
              <a:rPr sz="2400" dirty="0">
                <a:latin typeface="Futura Lt BT Light"/>
                <a:ea typeface="+mn-ea"/>
                <a:cs typeface="+mn-cs"/>
              </a:rPr>
              <a:t> de Negócios</a:t>
            </a:r>
          </a:p>
          <a:p>
            <a:pPr marL="342900" marR="14605" indent="-342900" algn="just">
              <a:lnSpc>
                <a:spcPct val="150000"/>
              </a:lnSpc>
              <a:spcAft>
                <a:spcPts val="600"/>
              </a:spcAft>
              <a:buBlip>
                <a:blip r:embed="rId2"/>
              </a:buBlip>
              <a:tabLst>
                <a:tab pos="450215" algn="l"/>
                <a:tab pos="685800" algn="l"/>
              </a:tabLst>
            </a:pPr>
            <a:r>
              <a:rPr sz="2400" dirty="0">
                <a:latin typeface="Futura Lt BT Light"/>
                <a:ea typeface="+mn-ea"/>
                <a:cs typeface="+mn-cs"/>
              </a:rPr>
              <a:t>Fusões e Aquisições (M&amp;A e Captação de Recursos) </a:t>
            </a:r>
            <a:endParaRPr lang="pt-B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Consultoria</a:t>
            </a:r>
            <a:r>
              <a:rPr sz="2400" dirty="0">
                <a:latin typeface="Futura Lt BT Light"/>
                <a:ea typeface="+mn-ea"/>
                <a:cs typeface="+mn-cs"/>
              </a:rPr>
              <a:t> Imobiliária e Gestão de Ativos </a:t>
            </a:r>
            <a:r>
              <a:rPr sz="2400" dirty="0" err="1">
                <a:latin typeface="Futura Lt BT Light"/>
                <a:ea typeface="+mn-ea"/>
                <a:cs typeface="+mn-cs"/>
              </a:rPr>
              <a:t>Imobilizados</a:t>
            </a:r>
            <a:r>
              <a:rPr sz="2400" dirty="0">
                <a:latin typeface="Futura Lt BT Light"/>
                <a:ea typeface="+mn-ea"/>
                <a:cs typeface="+mn-cs"/>
              </a:rPr>
              <a:t> </a:t>
            </a:r>
            <a:endParaRPr lang="pt-B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Assistência</a:t>
            </a:r>
            <a:r>
              <a:rPr sz="2400" dirty="0">
                <a:latin typeface="Futura Lt BT Light"/>
                <a:ea typeface="+mn-ea"/>
                <a:cs typeface="+mn-cs"/>
              </a:rPr>
              <a:t> Técnica em Perícias e </a:t>
            </a:r>
            <a:r>
              <a:rPr sz="2400" dirty="0" err="1">
                <a:latin typeface="Futura Lt BT Light"/>
                <a:ea typeface="+mn-ea"/>
                <a:cs typeface="+mn-cs"/>
              </a:rPr>
              <a:t>Arbitragem</a:t>
            </a:r>
            <a:r>
              <a:rPr sz="2400" dirty="0">
                <a:latin typeface="Futura Lt BT Light"/>
                <a:ea typeface="+mn-ea"/>
                <a:cs typeface="+mn-cs"/>
              </a:rPr>
              <a:t> </a:t>
            </a:r>
            <a:endParaRPr lang="pt-B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Recuperação</a:t>
            </a:r>
            <a:r>
              <a:rPr sz="2400" dirty="0">
                <a:latin typeface="Futura Lt BT Light"/>
                <a:ea typeface="+mn-ea"/>
                <a:cs typeface="+mn-cs"/>
              </a:rPr>
              <a:t> Judicial e Falências</a:t>
            </a:r>
          </a:p>
          <a:p>
            <a:pPr marL="342900" marR="14605" indent="-342900" algn="just">
              <a:lnSpc>
                <a:spcPct val="150000"/>
              </a:lnSpc>
              <a:spcAft>
                <a:spcPts val="600"/>
              </a:spcAft>
              <a:buBlip>
                <a:blip r:embed="rId2"/>
              </a:buBlip>
              <a:tabLst>
                <a:tab pos="450215" algn="l"/>
                <a:tab pos="685800" algn="l"/>
              </a:tabLst>
            </a:pPr>
            <a:r>
              <a:rPr sz="2400" dirty="0">
                <a:latin typeface="Futura Lt BT Light"/>
                <a:ea typeface="+mn-ea"/>
                <a:cs typeface="+mn-cs"/>
              </a:rPr>
              <a:t>Estratégia e Modelagem de </a:t>
            </a:r>
            <a:r>
              <a:rPr sz="2400" dirty="0" err="1">
                <a:latin typeface="Futura Lt BT Light"/>
                <a:ea typeface="+mn-ea"/>
                <a:cs typeface="+mn-cs"/>
              </a:rPr>
              <a:t>Negócios</a:t>
            </a:r>
            <a:endParaRPr lang="pt-B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Governança</a:t>
            </a:r>
            <a:r>
              <a:rPr sz="2400" dirty="0">
                <a:latin typeface="Futura Lt BT Light"/>
                <a:ea typeface="+mn-ea"/>
                <a:cs typeface="+mn-cs"/>
              </a:rPr>
              <a:t> Corporativa</a:t>
            </a:r>
          </a:p>
          <a:p>
            <a:pPr marL="342900" marR="14605" indent="-342900" algn="just">
              <a:lnSpc>
                <a:spcPct val="150000"/>
              </a:lnSpc>
              <a:spcAft>
                <a:spcPts val="600"/>
              </a:spcAft>
              <a:buBlip>
                <a:blip r:embed="rId2"/>
              </a:buBlip>
              <a:tabLst>
                <a:tab pos="450215" algn="l"/>
                <a:tab pos="685800" algn="l"/>
              </a:tabLst>
            </a:pPr>
            <a:r>
              <a:rPr sz="2400" dirty="0">
                <a:latin typeface="Futura Lt BT Light"/>
                <a:ea typeface="+mn-ea"/>
                <a:cs typeface="+mn-cs"/>
              </a:rPr>
              <a:t>Atendimento às Normais Contábeis, Fiscais e Societárias</a:t>
            </a:r>
          </a:p>
        </p:txBody>
      </p:sp>
      <p:sp>
        <p:nvSpPr>
          <p:cNvPr id="13" name="object 13"/>
          <p:cNvSpPr txBox="1">
            <a:spLocks noGrp="1"/>
          </p:cNvSpPr>
          <p:nvPr>
            <p:ph type="title"/>
          </p:nvPr>
        </p:nvSpPr>
        <p:spPr>
          <a:xfrm>
            <a:off x="670003" y="635022"/>
            <a:ext cx="10242550" cy="773930"/>
          </a:xfrm>
          <a:prstGeom prst="rect">
            <a:avLst/>
          </a:prstGeom>
        </p:spPr>
        <p:txBody>
          <a:bodyPr vert="horz" wrap="square" lIns="0" tIns="12065" rIns="0" bIns="0" rtlCol="0">
            <a:spAutoFit/>
          </a:bodyPr>
          <a:lstStyle/>
          <a:p>
            <a:pPr marL="43815">
              <a:lnSpc>
                <a:spcPct val="100000"/>
              </a:lnSpc>
              <a:spcBef>
                <a:spcPts val="95"/>
              </a:spcBef>
            </a:pPr>
            <a:r>
              <a:rPr dirty="0">
                <a:latin typeface="Futura Lt BT Light"/>
              </a:rPr>
              <a:t>SOBRE</a:t>
            </a:r>
            <a:r>
              <a:rPr spc="-145" dirty="0">
                <a:latin typeface="Futura Lt BT Light"/>
              </a:rPr>
              <a:t> </a:t>
            </a:r>
            <a:r>
              <a:rPr spc="-25" dirty="0">
                <a:latin typeface="Futura Lt BT Light"/>
              </a:rPr>
              <a:t>NÓS</a:t>
            </a:r>
          </a:p>
        </p:txBody>
      </p:sp>
      <p:sp>
        <p:nvSpPr>
          <p:cNvPr id="14" name="object 14"/>
          <p:cNvSpPr/>
          <p:nvPr/>
        </p:nvSpPr>
        <p:spPr>
          <a:xfrm>
            <a:off x="523544" y="769725"/>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15" name="object 15"/>
          <p:cNvSpPr txBox="1"/>
          <p:nvPr/>
        </p:nvSpPr>
        <p:spPr>
          <a:xfrm>
            <a:off x="701416" y="5404623"/>
            <a:ext cx="6092416" cy="773930"/>
          </a:xfrm>
          <a:prstGeom prst="rect">
            <a:avLst/>
          </a:prstGeom>
        </p:spPr>
        <p:txBody>
          <a:bodyPr vert="horz" wrap="square" lIns="0" tIns="12065" rIns="0" bIns="0" rtlCol="0">
            <a:spAutoFit/>
          </a:bodyPr>
          <a:lstStyle/>
          <a:p>
            <a:pPr marL="12700">
              <a:lnSpc>
                <a:spcPct val="100000"/>
              </a:lnSpc>
              <a:spcBef>
                <a:spcPts val="95"/>
              </a:spcBef>
            </a:pPr>
            <a:r>
              <a:rPr sz="4950" spc="-10" dirty="0">
                <a:solidFill>
                  <a:srgbClr val="006969"/>
                </a:solidFill>
                <a:latin typeface="Futura Lt BT Light"/>
                <a:cs typeface="Futura PT Book"/>
              </a:rPr>
              <a:t>NOSSOS</a:t>
            </a:r>
            <a:r>
              <a:rPr sz="4950" spc="-245" dirty="0">
                <a:solidFill>
                  <a:srgbClr val="006969"/>
                </a:solidFill>
                <a:latin typeface="Futura Lt BT Light"/>
                <a:cs typeface="Futura PT Book"/>
              </a:rPr>
              <a:t> </a:t>
            </a:r>
            <a:r>
              <a:rPr sz="4950" spc="-10" dirty="0">
                <a:solidFill>
                  <a:srgbClr val="006969"/>
                </a:solidFill>
                <a:latin typeface="Futura Lt BT Light"/>
                <a:cs typeface="Futura PT Book"/>
              </a:rPr>
              <a:t>SERVIÇOS</a:t>
            </a:r>
            <a:endParaRPr sz="4950" dirty="0">
              <a:latin typeface="Futura Lt BT Light"/>
              <a:cs typeface="Futura PT Book"/>
            </a:endParaRPr>
          </a:p>
        </p:txBody>
      </p:sp>
      <p:sp>
        <p:nvSpPr>
          <p:cNvPr id="16" name="object 16"/>
          <p:cNvSpPr/>
          <p:nvPr/>
        </p:nvSpPr>
        <p:spPr>
          <a:xfrm>
            <a:off x="523544" y="5513036"/>
            <a:ext cx="41910" cy="764540"/>
          </a:xfrm>
          <a:custGeom>
            <a:avLst/>
            <a:gdLst/>
            <a:ahLst/>
            <a:cxnLst/>
            <a:rect l="l" t="t" r="r" b="b"/>
            <a:pathLst>
              <a:path w="41909" h="764539">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grpSp>
        <p:nvGrpSpPr>
          <p:cNvPr id="17" name="object 17"/>
          <p:cNvGrpSpPr/>
          <p:nvPr/>
        </p:nvGrpSpPr>
        <p:grpSpPr>
          <a:xfrm>
            <a:off x="7905518" y="0"/>
            <a:ext cx="12198985" cy="11308715"/>
            <a:chOff x="7905518" y="0"/>
            <a:chExt cx="12198985" cy="11308715"/>
          </a:xfrm>
        </p:grpSpPr>
        <p:sp>
          <p:nvSpPr>
            <p:cNvPr id="18" name="object 18"/>
            <p:cNvSpPr/>
            <p:nvPr/>
          </p:nvSpPr>
          <p:spPr>
            <a:xfrm>
              <a:off x="16093750" y="0"/>
              <a:ext cx="4010660" cy="11308715"/>
            </a:xfrm>
            <a:custGeom>
              <a:avLst/>
              <a:gdLst/>
              <a:ahLst/>
              <a:cxnLst/>
              <a:rect l="l" t="t" r="r" b="b"/>
              <a:pathLst>
                <a:path w="4010659" h="11308715">
                  <a:moveTo>
                    <a:pt x="4010349" y="0"/>
                  </a:moveTo>
                  <a:lnTo>
                    <a:pt x="0" y="0"/>
                  </a:lnTo>
                  <a:lnTo>
                    <a:pt x="0" y="11308556"/>
                  </a:lnTo>
                  <a:lnTo>
                    <a:pt x="4010349" y="11308556"/>
                  </a:lnTo>
                  <a:lnTo>
                    <a:pt x="4010349" y="0"/>
                  </a:lnTo>
                  <a:close/>
                </a:path>
              </a:pathLst>
            </a:custGeom>
            <a:solidFill>
              <a:srgbClr val="C69A78">
                <a:alpha val="89999"/>
              </a:srgbClr>
            </a:solidFill>
          </p:spPr>
          <p:txBody>
            <a:bodyPr wrap="square" lIns="0" tIns="0" rIns="0" bIns="0" rtlCol="0"/>
            <a:lstStyle/>
            <a:p>
              <a:endParaRPr/>
            </a:p>
          </p:txBody>
        </p:sp>
        <p:sp>
          <p:nvSpPr>
            <p:cNvPr id="19" name="object 19"/>
            <p:cNvSpPr/>
            <p:nvPr/>
          </p:nvSpPr>
          <p:spPr>
            <a:xfrm>
              <a:off x="7905518" y="937259"/>
              <a:ext cx="10701655" cy="440055"/>
            </a:xfrm>
            <a:custGeom>
              <a:avLst/>
              <a:gdLst/>
              <a:ahLst/>
              <a:cxnLst/>
              <a:rect l="l" t="t" r="r" b="b"/>
              <a:pathLst>
                <a:path w="10701655" h="440055">
                  <a:moveTo>
                    <a:pt x="10701244" y="0"/>
                  </a:moveTo>
                  <a:lnTo>
                    <a:pt x="0" y="0"/>
                  </a:lnTo>
                  <a:lnTo>
                    <a:pt x="0" y="439777"/>
                  </a:lnTo>
                  <a:lnTo>
                    <a:pt x="10701244" y="439777"/>
                  </a:lnTo>
                  <a:lnTo>
                    <a:pt x="10701244" y="0"/>
                  </a:lnTo>
                  <a:close/>
                </a:path>
              </a:pathLst>
            </a:custGeom>
            <a:solidFill>
              <a:srgbClr val="929286"/>
            </a:solidFill>
          </p:spPr>
          <p:txBody>
            <a:bodyPr wrap="square" lIns="0" tIns="0" rIns="0" bIns="0" rtlCol="0"/>
            <a:lstStyle/>
            <a:p>
              <a:endParaRPr/>
            </a:p>
          </p:txBody>
        </p:sp>
        <p:sp>
          <p:nvSpPr>
            <p:cNvPr id="20" name="object 20"/>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a:p>
          </p:txBody>
        </p:sp>
      </p:grpSp>
      <p:sp>
        <p:nvSpPr>
          <p:cNvPr id="23" name="object 24">
            <a:extLst>
              <a:ext uri="{FF2B5EF4-FFF2-40B4-BE49-F238E27FC236}">
                <a16:creationId xmlns:a16="http://schemas.microsoft.com/office/drawing/2014/main" id="{59CC7FA1-64CF-C542-B830-72AB2304A94F}"/>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24" name="Espaço Reservado para Número de Slide 23">
            <a:extLst>
              <a:ext uri="{FF2B5EF4-FFF2-40B4-BE49-F238E27FC236}">
                <a16:creationId xmlns:a16="http://schemas.microsoft.com/office/drawing/2014/main" id="{20DCA1D5-22AC-088D-0944-FEF4674FE1EB}"/>
              </a:ext>
            </a:extLst>
          </p:cNvPr>
          <p:cNvSpPr>
            <a:spLocks noGrp="1"/>
          </p:cNvSpPr>
          <p:nvPr>
            <p:ph type="sldNum" sz="quarter" idx="7"/>
          </p:nvPr>
        </p:nvSpPr>
        <p:spPr>
          <a:xfrm>
            <a:off x="15005050" y="11001368"/>
            <a:ext cx="4623943" cy="215444"/>
          </a:xfrm>
        </p:spPr>
        <p:txBody>
          <a:bodyPr/>
          <a:lstStyle/>
          <a:p>
            <a:fld id="{B6F15528-21DE-4FAA-801E-634DDDAF4B2B}" type="slidenum">
              <a:rPr lang="en-US" sz="1400" smtClean="0">
                <a:solidFill>
                  <a:schemeClr val="bg1"/>
                </a:solidFill>
                <a:latin typeface="Futura Lt BT" panose="020B0402020204020303" pitchFamily="34" charset="0"/>
              </a:rPr>
              <a:pPr/>
              <a:t>5</a:t>
            </a:fld>
            <a:endParaRPr lang="en-US" sz="1400" dirty="0">
              <a:solidFill>
                <a:schemeClr val="bg1"/>
              </a:solidFill>
              <a:latin typeface="Futura Lt BT" panose="020B04020202040203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76459" y="2294353"/>
            <a:ext cx="14658118" cy="7362593"/>
          </a:xfrm>
          <a:prstGeom prst="rect">
            <a:avLst/>
          </a:prstGeom>
        </p:spPr>
        <p:txBody>
          <a:bodyPr vert="horz" wrap="square" lIns="0" tIns="15240" rIns="0" bIns="0" rtlCol="0">
            <a:spAutoFit/>
          </a:bodyPr>
          <a:lstStyle/>
          <a:p>
            <a:pPr marL="342900" marR="14605" indent="-342900" algn="just">
              <a:lnSpc>
                <a:spcPct val="150000"/>
              </a:lnSpc>
              <a:spcBef>
                <a:spcPts val="120"/>
              </a:spcBef>
              <a:spcAft>
                <a:spcPts val="600"/>
              </a:spcAft>
              <a:buBlip>
                <a:blip r:embed="rId2"/>
              </a:buBlip>
              <a:tabLst>
                <a:tab pos="450215" algn="l"/>
                <a:tab pos="685800" algn="l"/>
              </a:tabLst>
            </a:pPr>
            <a:r>
              <a:rPr sz="2400" dirty="0">
                <a:latin typeface="Futura Lt BT Light"/>
                <a:ea typeface="+mn-ea"/>
                <a:cs typeface="+mn-cs"/>
              </a:rPr>
              <a:t>Atuação nacional e internacional</a:t>
            </a:r>
          </a:p>
          <a:p>
            <a:pPr marL="342900" marR="14605" indent="-342900" algn="just">
              <a:lnSpc>
                <a:spcPct val="150000"/>
              </a:lnSpc>
              <a:spcAft>
                <a:spcPts val="600"/>
              </a:spcAft>
              <a:buBlip>
                <a:blip r:embed="rId2"/>
              </a:buBlip>
              <a:tabLst>
                <a:tab pos="450215" algn="l"/>
                <a:tab pos="685800" algn="l"/>
              </a:tabLst>
            </a:pPr>
            <a:r>
              <a:rPr sz="2400" dirty="0">
                <a:latin typeface="Futura Lt BT Light"/>
                <a:ea typeface="+mn-ea"/>
                <a:cs typeface="+mn-cs"/>
              </a:rPr>
              <a:t>Trabalhos regularmente auditados pelas </a:t>
            </a:r>
            <a:r>
              <a:rPr sz="2400" dirty="0" err="1">
                <a:latin typeface="Futura Lt BT Light"/>
                <a:ea typeface="+mn-ea"/>
                <a:cs typeface="+mn-cs"/>
              </a:rPr>
              <a:t>principais</a:t>
            </a:r>
            <a:r>
              <a:rPr sz="2400" dirty="0">
                <a:latin typeface="Futura Lt BT Light"/>
                <a:ea typeface="+mn-ea"/>
                <a:cs typeface="+mn-cs"/>
              </a:rPr>
              <a:t> </a:t>
            </a:r>
            <a:r>
              <a:rPr sz="2400" dirty="0" err="1">
                <a:latin typeface="Futura Lt BT Light"/>
                <a:ea typeface="+mn-ea"/>
                <a:cs typeface="+mn-cs"/>
              </a:rPr>
              <a:t>auditorias</a:t>
            </a:r>
            <a:r>
              <a:rPr lang="pt-BR" sz="2400" dirty="0">
                <a:latin typeface="Futura Lt BT Light"/>
                <a:ea typeface="+mn-ea"/>
                <a:cs typeface="+mn-cs"/>
              </a:rPr>
              <a:t>,</a:t>
            </a:r>
            <a:r>
              <a:rPr sz="2400" dirty="0">
                <a:latin typeface="Futura Lt BT Light"/>
                <a:ea typeface="+mn-ea"/>
                <a:cs typeface="+mn-cs"/>
              </a:rPr>
              <a:t> sem histórico de </a:t>
            </a:r>
            <a:r>
              <a:rPr sz="2400" dirty="0" err="1">
                <a:latin typeface="Futura Lt BT Light"/>
                <a:ea typeface="+mn-ea"/>
                <a:cs typeface="+mn-cs"/>
              </a:rPr>
              <a:t>ressalva</a:t>
            </a:r>
            <a:r>
              <a:rPr lang="pt-BR" sz="2400" dirty="0">
                <a:latin typeface="Futura Lt BT Light"/>
                <a:ea typeface="+mn-ea"/>
                <a:cs typeface="+mn-cs"/>
              </a:rPr>
              <a:t>s</a:t>
            </a:r>
            <a:r>
              <a:rPr sz="2400" dirty="0">
                <a:latin typeface="Futura Lt BT Light"/>
                <a:ea typeface="+mn-ea"/>
                <a:cs typeface="+mn-cs"/>
              </a:rPr>
              <a:t> </a:t>
            </a:r>
            <a:endParaRPr lang="pt-B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Capacidade</a:t>
            </a:r>
            <a:r>
              <a:rPr sz="2400" dirty="0">
                <a:latin typeface="Futura Lt BT Light"/>
                <a:ea typeface="+mn-ea"/>
                <a:cs typeface="+mn-cs"/>
              </a:rPr>
              <a:t> e eficiência comprovada</a:t>
            </a:r>
          </a:p>
          <a:p>
            <a:pPr marL="342900" marR="14605" indent="-342900" algn="just">
              <a:lnSpc>
                <a:spcPct val="150000"/>
              </a:lnSpc>
              <a:spcBef>
                <a:spcPts val="5"/>
              </a:spcBef>
              <a:spcAft>
                <a:spcPts val="600"/>
              </a:spcAft>
              <a:buBlip>
                <a:blip r:embed="rId2"/>
              </a:buBlip>
              <a:tabLst>
                <a:tab pos="450215" algn="l"/>
                <a:tab pos="685800" algn="l"/>
              </a:tabLst>
            </a:pPr>
            <a:r>
              <a:rPr sz="2400" dirty="0">
                <a:latin typeface="Futura Lt BT Light"/>
                <a:ea typeface="+mn-ea"/>
                <a:cs typeface="+mn-cs"/>
              </a:rPr>
              <a:t>Habilitação para avaliação e consultoria econômico-financeira em grande parte dos administradores de fundo de </a:t>
            </a:r>
            <a:r>
              <a:rPr sz="2400" dirty="0" err="1">
                <a:latin typeface="Futura Lt BT Light"/>
                <a:ea typeface="+mn-ea"/>
                <a:cs typeface="+mn-cs"/>
              </a:rPr>
              <a:t>investimento</a:t>
            </a:r>
            <a:r>
              <a:rPr lang="pt-BR" sz="2400" dirty="0">
                <a:latin typeface="Futura Lt BT Light"/>
                <a:ea typeface="+mn-ea"/>
                <a:cs typeface="+mn-cs"/>
              </a:rPr>
              <a:t>s</a:t>
            </a:r>
            <a:endParaRP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a:latin typeface="Futura Lt BT Light"/>
                <a:ea typeface="+mn-ea"/>
                <a:cs typeface="+mn-cs"/>
              </a:rPr>
              <a:t>Envolvimento direto e ativo dos sócios nos projetos</a:t>
            </a:r>
          </a:p>
          <a:p>
            <a:pPr marL="342900" marR="14605" indent="-342900" algn="just">
              <a:lnSpc>
                <a:spcPct val="150000"/>
              </a:lnSpc>
              <a:spcAft>
                <a:spcPts val="600"/>
              </a:spcAft>
              <a:buBlip>
                <a:blip r:embed="rId2"/>
              </a:buBlip>
              <a:tabLst>
                <a:tab pos="450215" algn="l"/>
                <a:tab pos="685800" algn="l"/>
              </a:tabLst>
            </a:pPr>
            <a:r>
              <a:rPr sz="2400" dirty="0">
                <a:latin typeface="Futura Lt BT Light"/>
                <a:ea typeface="+mn-ea"/>
                <a:cs typeface="+mn-cs"/>
              </a:rPr>
              <a:t>Certificações no CREA, CORECON, CRC e </a:t>
            </a:r>
            <a:r>
              <a:rPr lang="pt-BR" sz="2400" dirty="0">
                <a:latin typeface="Futura Lt BT Light"/>
                <a:ea typeface="+mn-ea"/>
                <a:cs typeface="+mn-cs"/>
              </a:rPr>
              <a:t>trabalhos reconhecidos na </a:t>
            </a:r>
            <a:r>
              <a:rPr sz="2400" dirty="0">
                <a:latin typeface="Futura Lt BT Light"/>
                <a:ea typeface="+mn-ea"/>
                <a:cs typeface="+mn-cs"/>
              </a:rPr>
              <a:t>CVM</a:t>
            </a:r>
            <a:endParaRPr lang="pt-B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Projetos</a:t>
            </a:r>
            <a:r>
              <a:rPr sz="2400" dirty="0">
                <a:latin typeface="Futura Lt BT Light"/>
                <a:ea typeface="+mn-ea"/>
                <a:cs typeface="+mn-cs"/>
              </a:rPr>
              <a:t> realizados em diferentes setores da economia</a:t>
            </a:r>
          </a:p>
          <a:p>
            <a:pPr marL="342900" marR="14605" indent="-342900" algn="just">
              <a:lnSpc>
                <a:spcPct val="150000"/>
              </a:lnSpc>
              <a:spcAft>
                <a:spcPts val="600"/>
              </a:spcAft>
              <a:buBlip>
                <a:blip r:embed="rId2"/>
              </a:buBlip>
              <a:tabLst>
                <a:tab pos="450215" algn="l"/>
                <a:tab pos="685800" algn="l"/>
              </a:tabLst>
            </a:pPr>
            <a:r>
              <a:rPr sz="2400" dirty="0">
                <a:latin typeface="Futura Lt BT Light"/>
                <a:ea typeface="+mn-ea"/>
                <a:cs typeface="+mn-cs"/>
              </a:rPr>
              <a:t>Equipe com mais de 20 anos de experiência em avaliação e fusões e </a:t>
            </a:r>
            <a:r>
              <a:rPr sz="2400" dirty="0" err="1">
                <a:latin typeface="Futura Lt BT Light"/>
                <a:ea typeface="+mn-ea"/>
                <a:cs typeface="+mn-cs"/>
              </a:rPr>
              <a:t>aquisições</a:t>
            </a:r>
            <a:r>
              <a:rPr sz="2400" dirty="0">
                <a:latin typeface="Futura Lt BT Light"/>
                <a:ea typeface="+mn-ea"/>
                <a:cs typeface="+mn-cs"/>
              </a:rPr>
              <a:t> </a:t>
            </a:r>
            <a:endParaRPr lang="pt-BR" sz="2400" dirty="0">
              <a:latin typeface="Futura Lt BT Light"/>
              <a:ea typeface="+mn-ea"/>
              <a:cs typeface="+mn-cs"/>
            </a:endParaRP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Serviços</a:t>
            </a:r>
            <a:r>
              <a:rPr sz="2400" dirty="0">
                <a:latin typeface="Futura Lt BT Light"/>
                <a:ea typeface="+mn-ea"/>
                <a:cs typeface="+mn-cs"/>
              </a:rPr>
              <a:t> personalizados</a:t>
            </a: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Agilidade</a:t>
            </a:r>
            <a:r>
              <a:rPr sz="2400" dirty="0">
                <a:latin typeface="Futura Lt BT Light"/>
                <a:ea typeface="+mn-ea"/>
                <a:cs typeface="+mn-cs"/>
              </a:rPr>
              <a:t> na tomada de decisão</a:t>
            </a:r>
          </a:p>
          <a:p>
            <a:pPr marL="342900" marR="14605" indent="-342900" algn="just">
              <a:lnSpc>
                <a:spcPct val="150000"/>
              </a:lnSpc>
              <a:spcAft>
                <a:spcPts val="600"/>
              </a:spcAft>
              <a:buBlip>
                <a:blip r:embed="rId2"/>
              </a:buBlip>
              <a:tabLst>
                <a:tab pos="450215" algn="l"/>
                <a:tab pos="685800" algn="l"/>
              </a:tabLst>
            </a:pPr>
            <a:r>
              <a:rPr sz="2400" dirty="0" err="1">
                <a:latin typeface="Futura Lt BT Light"/>
                <a:ea typeface="+mn-ea"/>
                <a:cs typeface="+mn-cs"/>
              </a:rPr>
              <a:t>Sólido</a:t>
            </a:r>
            <a:r>
              <a:rPr sz="2400" dirty="0">
                <a:latin typeface="Futura Lt BT Light"/>
                <a:ea typeface="+mn-ea"/>
                <a:cs typeface="+mn-cs"/>
              </a:rPr>
              <a:t> relacionamento com a indústria de investimentos no Brasil</a:t>
            </a:r>
          </a:p>
        </p:txBody>
      </p:sp>
      <p:sp>
        <p:nvSpPr>
          <p:cNvPr id="3" name="object 3"/>
          <p:cNvSpPr txBox="1">
            <a:spLocks noGrp="1"/>
          </p:cNvSpPr>
          <p:nvPr>
            <p:ph type="title"/>
          </p:nvPr>
        </p:nvSpPr>
        <p:spPr>
          <a:xfrm>
            <a:off x="670003" y="635022"/>
            <a:ext cx="12032338" cy="773930"/>
          </a:xfrm>
          <a:prstGeom prst="rect">
            <a:avLst/>
          </a:prstGeom>
        </p:spPr>
        <p:txBody>
          <a:bodyPr vert="horz" wrap="square" lIns="0" tIns="12065" rIns="0" bIns="0" rtlCol="0">
            <a:spAutoFit/>
          </a:bodyPr>
          <a:lstStyle/>
          <a:p>
            <a:pPr marL="12700">
              <a:lnSpc>
                <a:spcPct val="100000"/>
              </a:lnSpc>
              <a:spcBef>
                <a:spcPts val="95"/>
              </a:spcBef>
            </a:pPr>
            <a:r>
              <a:rPr spc="-10" dirty="0">
                <a:latin typeface="Futura Lt BT Light"/>
              </a:rPr>
              <a:t>NOSSOS</a:t>
            </a:r>
            <a:r>
              <a:rPr spc="-245" dirty="0">
                <a:latin typeface="Futura Lt BT Light"/>
              </a:rPr>
              <a:t> </a:t>
            </a:r>
            <a:r>
              <a:rPr spc="-10" dirty="0">
                <a:latin typeface="Futura Lt BT Light"/>
              </a:rPr>
              <a:t>DIFERENCIAIS</a:t>
            </a:r>
          </a:p>
        </p:txBody>
      </p:sp>
      <p:sp>
        <p:nvSpPr>
          <p:cNvPr id="4" name="object 4"/>
          <p:cNvSpPr/>
          <p:nvPr/>
        </p:nvSpPr>
        <p:spPr>
          <a:xfrm>
            <a:off x="492131" y="743432"/>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grpSp>
        <p:nvGrpSpPr>
          <p:cNvPr id="16" name="object 16"/>
          <p:cNvGrpSpPr/>
          <p:nvPr/>
        </p:nvGrpSpPr>
        <p:grpSpPr>
          <a:xfrm>
            <a:off x="7905518" y="0"/>
            <a:ext cx="12198985" cy="11308715"/>
            <a:chOff x="7905518" y="0"/>
            <a:chExt cx="12198985" cy="11308715"/>
          </a:xfrm>
        </p:grpSpPr>
        <p:sp>
          <p:nvSpPr>
            <p:cNvPr id="17" name="object 17"/>
            <p:cNvSpPr/>
            <p:nvPr/>
          </p:nvSpPr>
          <p:spPr>
            <a:xfrm>
              <a:off x="16093750" y="0"/>
              <a:ext cx="4010660" cy="11308715"/>
            </a:xfrm>
            <a:custGeom>
              <a:avLst/>
              <a:gdLst/>
              <a:ahLst/>
              <a:cxnLst/>
              <a:rect l="l" t="t" r="r" b="b"/>
              <a:pathLst>
                <a:path w="4010659" h="11308715">
                  <a:moveTo>
                    <a:pt x="4010349" y="0"/>
                  </a:moveTo>
                  <a:lnTo>
                    <a:pt x="0" y="0"/>
                  </a:lnTo>
                  <a:lnTo>
                    <a:pt x="0" y="11308556"/>
                  </a:lnTo>
                  <a:lnTo>
                    <a:pt x="4010349" y="11308556"/>
                  </a:lnTo>
                  <a:lnTo>
                    <a:pt x="4010349" y="0"/>
                  </a:lnTo>
                  <a:close/>
                </a:path>
              </a:pathLst>
            </a:custGeom>
            <a:solidFill>
              <a:srgbClr val="C69A78">
                <a:alpha val="89999"/>
              </a:srgbClr>
            </a:solidFill>
          </p:spPr>
          <p:txBody>
            <a:bodyPr wrap="square" lIns="0" tIns="0" rIns="0" bIns="0" rtlCol="0"/>
            <a:lstStyle/>
            <a:p>
              <a:endParaRPr/>
            </a:p>
          </p:txBody>
        </p:sp>
        <p:sp>
          <p:nvSpPr>
            <p:cNvPr id="18" name="object 18"/>
            <p:cNvSpPr/>
            <p:nvPr/>
          </p:nvSpPr>
          <p:spPr>
            <a:xfrm>
              <a:off x="7905518" y="937259"/>
              <a:ext cx="10701655" cy="440055"/>
            </a:xfrm>
            <a:custGeom>
              <a:avLst/>
              <a:gdLst/>
              <a:ahLst/>
              <a:cxnLst/>
              <a:rect l="l" t="t" r="r" b="b"/>
              <a:pathLst>
                <a:path w="10701655" h="440055">
                  <a:moveTo>
                    <a:pt x="10701244" y="0"/>
                  </a:moveTo>
                  <a:lnTo>
                    <a:pt x="0" y="0"/>
                  </a:lnTo>
                  <a:lnTo>
                    <a:pt x="0" y="439777"/>
                  </a:lnTo>
                  <a:lnTo>
                    <a:pt x="10701244" y="439777"/>
                  </a:lnTo>
                  <a:lnTo>
                    <a:pt x="10701244" y="0"/>
                  </a:lnTo>
                  <a:close/>
                </a:path>
              </a:pathLst>
            </a:custGeom>
            <a:solidFill>
              <a:srgbClr val="929286"/>
            </a:solidFill>
          </p:spPr>
          <p:txBody>
            <a:bodyPr wrap="square" lIns="0" tIns="0" rIns="0" bIns="0" rtlCol="0"/>
            <a:lstStyle/>
            <a:p>
              <a:endParaRPr/>
            </a:p>
          </p:txBody>
        </p:sp>
        <p:sp>
          <p:nvSpPr>
            <p:cNvPr id="19" name="object 19"/>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a:p>
          </p:txBody>
        </p:sp>
      </p:grpSp>
      <p:sp>
        <p:nvSpPr>
          <p:cNvPr id="22" name="object 24">
            <a:extLst>
              <a:ext uri="{FF2B5EF4-FFF2-40B4-BE49-F238E27FC236}">
                <a16:creationId xmlns:a16="http://schemas.microsoft.com/office/drawing/2014/main" id="{C365A084-D3CD-2BEE-347C-26DE2B75FB85}"/>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23" name="Espaço Reservado para Número de Slide 22">
            <a:extLst>
              <a:ext uri="{FF2B5EF4-FFF2-40B4-BE49-F238E27FC236}">
                <a16:creationId xmlns:a16="http://schemas.microsoft.com/office/drawing/2014/main" id="{8E2FD7B5-3876-E94C-64DF-BF0E7F6343F1}"/>
              </a:ext>
            </a:extLst>
          </p:cNvPr>
          <p:cNvSpPr>
            <a:spLocks noGrp="1"/>
          </p:cNvSpPr>
          <p:nvPr>
            <p:ph type="sldNum" sz="quarter" idx="7"/>
          </p:nvPr>
        </p:nvSpPr>
        <p:spPr>
          <a:xfrm>
            <a:off x="15005050" y="10988675"/>
            <a:ext cx="4623943" cy="215444"/>
          </a:xfrm>
        </p:spPr>
        <p:txBody>
          <a:bodyPr/>
          <a:lstStyle/>
          <a:p>
            <a:fld id="{B6F15528-21DE-4FAA-801E-634DDDAF4B2B}" type="slidenum">
              <a:rPr lang="en-US" sz="1400" smtClean="0">
                <a:solidFill>
                  <a:schemeClr val="bg1"/>
                </a:solidFill>
                <a:latin typeface="Futura Lt BT" panose="020B0402020204020303" pitchFamily="34" charset="0"/>
              </a:rPr>
              <a:pPr/>
              <a:t>6</a:t>
            </a:fld>
            <a:endParaRPr lang="en-US" sz="1400" dirty="0">
              <a:solidFill>
                <a:schemeClr val="bg1"/>
              </a:solidFill>
              <a:latin typeface="Futura Lt BT" panose="020B04020202040203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1216343" y="8983478"/>
            <a:ext cx="2194005" cy="652267"/>
          </a:xfrm>
          <a:prstGeom prst="rect">
            <a:avLst/>
          </a:prstGeom>
        </p:spPr>
      </p:pic>
      <p:sp>
        <p:nvSpPr>
          <p:cNvPr id="4" name="object 4"/>
          <p:cNvSpPr/>
          <p:nvPr/>
        </p:nvSpPr>
        <p:spPr>
          <a:xfrm>
            <a:off x="14154894" y="2432184"/>
            <a:ext cx="2512060" cy="912494"/>
          </a:xfrm>
          <a:custGeom>
            <a:avLst/>
            <a:gdLst/>
            <a:ahLst/>
            <a:cxnLst/>
            <a:rect l="l" t="t" r="r" b="b"/>
            <a:pathLst>
              <a:path w="2512059" h="912495">
                <a:moveTo>
                  <a:pt x="2055832" y="0"/>
                </a:moveTo>
                <a:lnTo>
                  <a:pt x="456069" y="0"/>
                </a:lnTo>
                <a:lnTo>
                  <a:pt x="409438" y="2354"/>
                </a:lnTo>
                <a:lnTo>
                  <a:pt x="364153" y="9265"/>
                </a:lnTo>
                <a:lnTo>
                  <a:pt x="320445" y="20504"/>
                </a:lnTo>
                <a:lnTo>
                  <a:pt x="278543" y="35840"/>
                </a:lnTo>
                <a:lnTo>
                  <a:pt x="238676" y="55046"/>
                </a:lnTo>
                <a:lnTo>
                  <a:pt x="201073" y="77890"/>
                </a:lnTo>
                <a:lnTo>
                  <a:pt x="165964" y="104146"/>
                </a:lnTo>
                <a:lnTo>
                  <a:pt x="133577" y="133582"/>
                </a:lnTo>
                <a:lnTo>
                  <a:pt x="104141" y="165970"/>
                </a:lnTo>
                <a:lnTo>
                  <a:pt x="77887" y="201080"/>
                </a:lnTo>
                <a:lnTo>
                  <a:pt x="55043" y="238684"/>
                </a:lnTo>
                <a:lnTo>
                  <a:pt x="35839" y="278552"/>
                </a:lnTo>
                <a:lnTo>
                  <a:pt x="20503" y="320455"/>
                </a:lnTo>
                <a:lnTo>
                  <a:pt x="9265" y="364163"/>
                </a:lnTo>
                <a:lnTo>
                  <a:pt x="2354" y="409448"/>
                </a:lnTo>
                <a:lnTo>
                  <a:pt x="0" y="456080"/>
                </a:lnTo>
                <a:lnTo>
                  <a:pt x="2354" y="502710"/>
                </a:lnTo>
                <a:lnTo>
                  <a:pt x="9265" y="547993"/>
                </a:lnTo>
                <a:lnTo>
                  <a:pt x="20503" y="591700"/>
                </a:lnTo>
                <a:lnTo>
                  <a:pt x="35839" y="633601"/>
                </a:lnTo>
                <a:lnTo>
                  <a:pt x="55043" y="673468"/>
                </a:lnTo>
                <a:lnTo>
                  <a:pt x="77887" y="711071"/>
                </a:lnTo>
                <a:lnTo>
                  <a:pt x="104141" y="746181"/>
                </a:lnTo>
                <a:lnTo>
                  <a:pt x="133577" y="778569"/>
                </a:lnTo>
                <a:lnTo>
                  <a:pt x="165964" y="808004"/>
                </a:lnTo>
                <a:lnTo>
                  <a:pt x="201073" y="834259"/>
                </a:lnTo>
                <a:lnTo>
                  <a:pt x="238676" y="857104"/>
                </a:lnTo>
                <a:lnTo>
                  <a:pt x="278543" y="876309"/>
                </a:lnTo>
                <a:lnTo>
                  <a:pt x="320445" y="891645"/>
                </a:lnTo>
                <a:lnTo>
                  <a:pt x="364153" y="902884"/>
                </a:lnTo>
                <a:lnTo>
                  <a:pt x="409438" y="909795"/>
                </a:lnTo>
                <a:lnTo>
                  <a:pt x="456069" y="912150"/>
                </a:lnTo>
                <a:lnTo>
                  <a:pt x="2055832" y="912150"/>
                </a:lnTo>
                <a:lnTo>
                  <a:pt x="2102464" y="909795"/>
                </a:lnTo>
                <a:lnTo>
                  <a:pt x="2147748" y="902884"/>
                </a:lnTo>
                <a:lnTo>
                  <a:pt x="2191456" y="891645"/>
                </a:lnTo>
                <a:lnTo>
                  <a:pt x="2233358" y="876309"/>
                </a:lnTo>
                <a:lnTo>
                  <a:pt x="2273225" y="857104"/>
                </a:lnTo>
                <a:lnTo>
                  <a:pt x="2310828" y="834259"/>
                </a:lnTo>
                <a:lnTo>
                  <a:pt x="2345938" y="808004"/>
                </a:lnTo>
                <a:lnTo>
                  <a:pt x="2378325" y="778569"/>
                </a:lnTo>
                <a:lnTo>
                  <a:pt x="2407760" y="746181"/>
                </a:lnTo>
                <a:lnTo>
                  <a:pt x="2434014" y="711071"/>
                </a:lnTo>
                <a:lnTo>
                  <a:pt x="2456858" y="673468"/>
                </a:lnTo>
                <a:lnTo>
                  <a:pt x="2476063" y="633601"/>
                </a:lnTo>
                <a:lnTo>
                  <a:pt x="2491399" y="591700"/>
                </a:lnTo>
                <a:lnTo>
                  <a:pt x="2502637" y="547993"/>
                </a:lnTo>
                <a:lnTo>
                  <a:pt x="2509548" y="502710"/>
                </a:lnTo>
                <a:lnTo>
                  <a:pt x="2511902" y="456080"/>
                </a:lnTo>
                <a:lnTo>
                  <a:pt x="2509548" y="409448"/>
                </a:lnTo>
                <a:lnTo>
                  <a:pt x="2502637" y="364163"/>
                </a:lnTo>
                <a:lnTo>
                  <a:pt x="2491399" y="320455"/>
                </a:lnTo>
                <a:lnTo>
                  <a:pt x="2476063" y="278552"/>
                </a:lnTo>
                <a:lnTo>
                  <a:pt x="2456858" y="238684"/>
                </a:lnTo>
                <a:lnTo>
                  <a:pt x="2434014" y="201080"/>
                </a:lnTo>
                <a:lnTo>
                  <a:pt x="2407760" y="165970"/>
                </a:lnTo>
                <a:lnTo>
                  <a:pt x="2378325" y="133582"/>
                </a:lnTo>
                <a:lnTo>
                  <a:pt x="2345938" y="104146"/>
                </a:lnTo>
                <a:lnTo>
                  <a:pt x="2310828" y="77890"/>
                </a:lnTo>
                <a:lnTo>
                  <a:pt x="2273225" y="55046"/>
                </a:lnTo>
                <a:lnTo>
                  <a:pt x="2233358" y="35840"/>
                </a:lnTo>
                <a:lnTo>
                  <a:pt x="2191456" y="20504"/>
                </a:lnTo>
                <a:lnTo>
                  <a:pt x="2147748" y="9265"/>
                </a:lnTo>
                <a:lnTo>
                  <a:pt x="2102464" y="2354"/>
                </a:lnTo>
                <a:lnTo>
                  <a:pt x="2055832" y="0"/>
                </a:lnTo>
                <a:close/>
              </a:path>
            </a:pathLst>
          </a:custGeom>
          <a:solidFill>
            <a:srgbClr val="D0A17C"/>
          </a:solidFill>
        </p:spPr>
        <p:txBody>
          <a:bodyPr wrap="square" lIns="0" tIns="0" rIns="0" bIns="0" rtlCol="0"/>
          <a:lstStyle/>
          <a:p>
            <a:endParaRPr>
              <a:latin typeface="Futura Lt BT Light"/>
            </a:endParaRPr>
          </a:p>
        </p:txBody>
      </p:sp>
      <p:sp>
        <p:nvSpPr>
          <p:cNvPr id="5" name="object 5"/>
          <p:cNvSpPr txBox="1"/>
          <p:nvPr/>
        </p:nvSpPr>
        <p:spPr>
          <a:xfrm>
            <a:off x="14545143" y="2497007"/>
            <a:ext cx="2121811" cy="703206"/>
          </a:xfrm>
          <a:prstGeom prst="rect">
            <a:avLst/>
          </a:prstGeom>
        </p:spPr>
        <p:txBody>
          <a:bodyPr vert="horz" wrap="square" lIns="0" tIns="12065" rIns="0" bIns="0" rtlCol="0">
            <a:spAutoFit/>
          </a:bodyPr>
          <a:lstStyle/>
          <a:p>
            <a:pPr marL="12700" marR="5080">
              <a:lnSpc>
                <a:spcPct val="100800"/>
              </a:lnSpc>
              <a:spcBef>
                <a:spcPts val="95"/>
              </a:spcBef>
            </a:pPr>
            <a:r>
              <a:rPr sz="2300" spc="-10" dirty="0">
                <a:solidFill>
                  <a:srgbClr val="FFFFFF"/>
                </a:solidFill>
                <a:latin typeface="Futura Lt BT Light"/>
                <a:cs typeface="Futura PT Book"/>
              </a:rPr>
              <a:t>SERVIÇOS FINANCEIROS</a:t>
            </a:r>
            <a:endParaRPr sz="2300" dirty="0">
              <a:latin typeface="Futura Lt BT Light"/>
              <a:cs typeface="Futura PT Book"/>
            </a:endParaRPr>
          </a:p>
        </p:txBody>
      </p:sp>
      <p:grpSp>
        <p:nvGrpSpPr>
          <p:cNvPr id="6" name="object 6"/>
          <p:cNvGrpSpPr/>
          <p:nvPr/>
        </p:nvGrpSpPr>
        <p:grpSpPr>
          <a:xfrm>
            <a:off x="11317405" y="2323206"/>
            <a:ext cx="1996439" cy="3027045"/>
            <a:chOff x="11317405" y="2323206"/>
            <a:chExt cx="1996439" cy="3027045"/>
          </a:xfrm>
        </p:grpSpPr>
        <p:pic>
          <p:nvPicPr>
            <p:cNvPr id="7" name="object 7"/>
            <p:cNvPicPr/>
            <p:nvPr/>
          </p:nvPicPr>
          <p:blipFill>
            <a:blip r:embed="rId3" cstate="print"/>
            <a:stretch>
              <a:fillRect/>
            </a:stretch>
          </p:blipFill>
          <p:spPr>
            <a:xfrm>
              <a:off x="11742704" y="2323206"/>
              <a:ext cx="1265338" cy="1223981"/>
            </a:xfrm>
            <a:prstGeom prst="rect">
              <a:avLst/>
            </a:prstGeom>
          </p:spPr>
        </p:pic>
        <p:pic>
          <p:nvPicPr>
            <p:cNvPr id="8" name="object 8"/>
            <p:cNvPicPr/>
            <p:nvPr/>
          </p:nvPicPr>
          <p:blipFill>
            <a:blip r:embed="rId4" cstate="print"/>
            <a:stretch>
              <a:fillRect/>
            </a:stretch>
          </p:blipFill>
          <p:spPr>
            <a:xfrm>
              <a:off x="11317405" y="3348484"/>
              <a:ext cx="1996021" cy="2001394"/>
            </a:xfrm>
            <a:prstGeom prst="rect">
              <a:avLst/>
            </a:prstGeom>
          </p:spPr>
        </p:pic>
      </p:grpSp>
      <p:pic>
        <p:nvPicPr>
          <p:cNvPr id="9" name="object 9"/>
          <p:cNvPicPr/>
          <p:nvPr/>
        </p:nvPicPr>
        <p:blipFill>
          <a:blip r:embed="rId5" cstate="print"/>
          <a:stretch>
            <a:fillRect/>
          </a:stretch>
        </p:blipFill>
        <p:spPr>
          <a:xfrm>
            <a:off x="1372620" y="2366711"/>
            <a:ext cx="1382611" cy="894482"/>
          </a:xfrm>
          <a:prstGeom prst="rect">
            <a:avLst/>
          </a:prstGeom>
        </p:spPr>
      </p:pic>
      <p:pic>
        <p:nvPicPr>
          <p:cNvPr id="11" name="object 11"/>
          <p:cNvPicPr/>
          <p:nvPr/>
        </p:nvPicPr>
        <p:blipFill>
          <a:blip r:embed="rId6" cstate="print"/>
          <a:stretch>
            <a:fillRect/>
          </a:stretch>
        </p:blipFill>
        <p:spPr>
          <a:xfrm>
            <a:off x="7907297" y="2713234"/>
            <a:ext cx="2343983" cy="352231"/>
          </a:xfrm>
          <a:prstGeom prst="rect">
            <a:avLst/>
          </a:prstGeom>
        </p:spPr>
      </p:pic>
      <p:pic>
        <p:nvPicPr>
          <p:cNvPr id="12" name="object 12"/>
          <p:cNvPicPr/>
          <p:nvPr/>
        </p:nvPicPr>
        <p:blipFill>
          <a:blip r:embed="rId7" cstate="print"/>
          <a:stretch>
            <a:fillRect/>
          </a:stretch>
        </p:blipFill>
        <p:spPr>
          <a:xfrm>
            <a:off x="1261713" y="4020384"/>
            <a:ext cx="1795389" cy="725727"/>
          </a:xfrm>
          <a:prstGeom prst="rect">
            <a:avLst/>
          </a:prstGeom>
        </p:spPr>
      </p:pic>
      <p:pic>
        <p:nvPicPr>
          <p:cNvPr id="13" name="object 13"/>
          <p:cNvPicPr/>
          <p:nvPr/>
        </p:nvPicPr>
        <p:blipFill>
          <a:blip r:embed="rId8" cstate="print"/>
          <a:stretch>
            <a:fillRect/>
          </a:stretch>
        </p:blipFill>
        <p:spPr>
          <a:xfrm>
            <a:off x="8123456" y="4049816"/>
            <a:ext cx="2177974" cy="504958"/>
          </a:xfrm>
          <a:prstGeom prst="rect">
            <a:avLst/>
          </a:prstGeom>
        </p:spPr>
      </p:pic>
      <p:sp>
        <p:nvSpPr>
          <p:cNvPr id="14" name="object 14"/>
          <p:cNvSpPr/>
          <p:nvPr/>
        </p:nvSpPr>
        <p:spPr>
          <a:xfrm>
            <a:off x="14154894" y="3963184"/>
            <a:ext cx="2512060" cy="912494"/>
          </a:xfrm>
          <a:custGeom>
            <a:avLst/>
            <a:gdLst/>
            <a:ahLst/>
            <a:cxnLst/>
            <a:rect l="l" t="t" r="r" b="b"/>
            <a:pathLst>
              <a:path w="2512059" h="912495">
                <a:moveTo>
                  <a:pt x="2055832" y="0"/>
                </a:moveTo>
                <a:lnTo>
                  <a:pt x="456069" y="0"/>
                </a:lnTo>
                <a:lnTo>
                  <a:pt x="409438" y="2354"/>
                </a:lnTo>
                <a:lnTo>
                  <a:pt x="364153" y="9265"/>
                </a:lnTo>
                <a:lnTo>
                  <a:pt x="320445" y="20504"/>
                </a:lnTo>
                <a:lnTo>
                  <a:pt x="278543" y="35840"/>
                </a:lnTo>
                <a:lnTo>
                  <a:pt x="238676" y="55046"/>
                </a:lnTo>
                <a:lnTo>
                  <a:pt x="201073" y="77890"/>
                </a:lnTo>
                <a:lnTo>
                  <a:pt x="165964" y="104146"/>
                </a:lnTo>
                <a:lnTo>
                  <a:pt x="133577" y="133582"/>
                </a:lnTo>
                <a:lnTo>
                  <a:pt x="104141" y="165970"/>
                </a:lnTo>
                <a:lnTo>
                  <a:pt x="77887" y="201080"/>
                </a:lnTo>
                <a:lnTo>
                  <a:pt x="55043" y="238684"/>
                </a:lnTo>
                <a:lnTo>
                  <a:pt x="35839" y="278552"/>
                </a:lnTo>
                <a:lnTo>
                  <a:pt x="20503" y="320455"/>
                </a:lnTo>
                <a:lnTo>
                  <a:pt x="9265" y="364163"/>
                </a:lnTo>
                <a:lnTo>
                  <a:pt x="2354" y="409448"/>
                </a:lnTo>
                <a:lnTo>
                  <a:pt x="0" y="456080"/>
                </a:lnTo>
                <a:lnTo>
                  <a:pt x="2354" y="502710"/>
                </a:lnTo>
                <a:lnTo>
                  <a:pt x="9265" y="547993"/>
                </a:lnTo>
                <a:lnTo>
                  <a:pt x="20503" y="591700"/>
                </a:lnTo>
                <a:lnTo>
                  <a:pt x="35839" y="633601"/>
                </a:lnTo>
                <a:lnTo>
                  <a:pt x="55043" y="673468"/>
                </a:lnTo>
                <a:lnTo>
                  <a:pt x="77887" y="711071"/>
                </a:lnTo>
                <a:lnTo>
                  <a:pt x="104141" y="746181"/>
                </a:lnTo>
                <a:lnTo>
                  <a:pt x="133577" y="778569"/>
                </a:lnTo>
                <a:lnTo>
                  <a:pt x="165964" y="808004"/>
                </a:lnTo>
                <a:lnTo>
                  <a:pt x="201073" y="834259"/>
                </a:lnTo>
                <a:lnTo>
                  <a:pt x="238676" y="857104"/>
                </a:lnTo>
                <a:lnTo>
                  <a:pt x="278543" y="876309"/>
                </a:lnTo>
                <a:lnTo>
                  <a:pt x="320445" y="891645"/>
                </a:lnTo>
                <a:lnTo>
                  <a:pt x="364153" y="902884"/>
                </a:lnTo>
                <a:lnTo>
                  <a:pt x="409438" y="909795"/>
                </a:lnTo>
                <a:lnTo>
                  <a:pt x="456069" y="912150"/>
                </a:lnTo>
                <a:lnTo>
                  <a:pt x="2055832" y="912150"/>
                </a:lnTo>
                <a:lnTo>
                  <a:pt x="2102464" y="909795"/>
                </a:lnTo>
                <a:lnTo>
                  <a:pt x="2147748" y="902884"/>
                </a:lnTo>
                <a:lnTo>
                  <a:pt x="2191456" y="891645"/>
                </a:lnTo>
                <a:lnTo>
                  <a:pt x="2233358" y="876309"/>
                </a:lnTo>
                <a:lnTo>
                  <a:pt x="2273225" y="857104"/>
                </a:lnTo>
                <a:lnTo>
                  <a:pt x="2310828" y="834259"/>
                </a:lnTo>
                <a:lnTo>
                  <a:pt x="2345938" y="808004"/>
                </a:lnTo>
                <a:lnTo>
                  <a:pt x="2378325" y="778569"/>
                </a:lnTo>
                <a:lnTo>
                  <a:pt x="2407760" y="746181"/>
                </a:lnTo>
                <a:lnTo>
                  <a:pt x="2434014" y="711071"/>
                </a:lnTo>
                <a:lnTo>
                  <a:pt x="2456858" y="673468"/>
                </a:lnTo>
                <a:lnTo>
                  <a:pt x="2476063" y="633601"/>
                </a:lnTo>
                <a:lnTo>
                  <a:pt x="2491399" y="591700"/>
                </a:lnTo>
                <a:lnTo>
                  <a:pt x="2502637" y="547993"/>
                </a:lnTo>
                <a:lnTo>
                  <a:pt x="2509548" y="502710"/>
                </a:lnTo>
                <a:lnTo>
                  <a:pt x="2511902" y="456080"/>
                </a:lnTo>
                <a:lnTo>
                  <a:pt x="2509548" y="409448"/>
                </a:lnTo>
                <a:lnTo>
                  <a:pt x="2502637" y="364163"/>
                </a:lnTo>
                <a:lnTo>
                  <a:pt x="2491399" y="320455"/>
                </a:lnTo>
                <a:lnTo>
                  <a:pt x="2476063" y="278552"/>
                </a:lnTo>
                <a:lnTo>
                  <a:pt x="2456858" y="238684"/>
                </a:lnTo>
                <a:lnTo>
                  <a:pt x="2434014" y="201080"/>
                </a:lnTo>
                <a:lnTo>
                  <a:pt x="2407760" y="165970"/>
                </a:lnTo>
                <a:lnTo>
                  <a:pt x="2378325" y="133582"/>
                </a:lnTo>
                <a:lnTo>
                  <a:pt x="2345938" y="104146"/>
                </a:lnTo>
                <a:lnTo>
                  <a:pt x="2310828" y="77890"/>
                </a:lnTo>
                <a:lnTo>
                  <a:pt x="2273225" y="55046"/>
                </a:lnTo>
                <a:lnTo>
                  <a:pt x="2233358" y="35840"/>
                </a:lnTo>
                <a:lnTo>
                  <a:pt x="2191456" y="20504"/>
                </a:lnTo>
                <a:lnTo>
                  <a:pt x="2147748" y="9265"/>
                </a:lnTo>
                <a:lnTo>
                  <a:pt x="2102464" y="2354"/>
                </a:lnTo>
                <a:lnTo>
                  <a:pt x="2055832" y="0"/>
                </a:lnTo>
                <a:close/>
              </a:path>
            </a:pathLst>
          </a:custGeom>
          <a:solidFill>
            <a:srgbClr val="D0A17C"/>
          </a:solidFill>
        </p:spPr>
        <p:txBody>
          <a:bodyPr wrap="square" lIns="0" tIns="0" rIns="0" bIns="0" rtlCol="0"/>
          <a:lstStyle/>
          <a:p>
            <a:endParaRPr>
              <a:latin typeface="Futura Lt BT Light"/>
            </a:endParaRPr>
          </a:p>
        </p:txBody>
      </p:sp>
      <p:sp>
        <p:nvSpPr>
          <p:cNvPr id="15" name="object 15"/>
          <p:cNvSpPr txBox="1"/>
          <p:nvPr/>
        </p:nvSpPr>
        <p:spPr>
          <a:xfrm>
            <a:off x="14846243" y="4224078"/>
            <a:ext cx="1556553" cy="368690"/>
          </a:xfrm>
          <a:prstGeom prst="rect">
            <a:avLst/>
          </a:prstGeom>
        </p:spPr>
        <p:txBody>
          <a:bodyPr vert="horz" wrap="square" lIns="0" tIns="14604" rIns="0" bIns="0" rtlCol="0">
            <a:spAutoFit/>
          </a:bodyPr>
          <a:lstStyle/>
          <a:p>
            <a:pPr marL="12700">
              <a:lnSpc>
                <a:spcPct val="100000"/>
              </a:lnSpc>
              <a:spcBef>
                <a:spcPts val="114"/>
              </a:spcBef>
            </a:pPr>
            <a:r>
              <a:rPr sz="2300" spc="-10" dirty="0">
                <a:solidFill>
                  <a:srgbClr val="FFFFFF"/>
                </a:solidFill>
                <a:latin typeface="Futura Lt BT Light"/>
                <a:cs typeface="Futura PT Book"/>
              </a:rPr>
              <a:t>ENERGIA</a:t>
            </a:r>
            <a:endParaRPr sz="2300" dirty="0">
              <a:latin typeface="Futura Lt BT Light"/>
              <a:cs typeface="Futura PT Book"/>
            </a:endParaRPr>
          </a:p>
        </p:txBody>
      </p:sp>
      <p:pic>
        <p:nvPicPr>
          <p:cNvPr id="16" name="object 16"/>
          <p:cNvPicPr/>
          <p:nvPr/>
        </p:nvPicPr>
        <p:blipFill>
          <a:blip r:embed="rId9" cstate="print"/>
          <a:stretch>
            <a:fillRect/>
          </a:stretch>
        </p:blipFill>
        <p:spPr>
          <a:xfrm>
            <a:off x="4061261" y="4026654"/>
            <a:ext cx="2795591" cy="713186"/>
          </a:xfrm>
          <a:prstGeom prst="rect">
            <a:avLst/>
          </a:prstGeom>
        </p:spPr>
      </p:pic>
      <p:pic>
        <p:nvPicPr>
          <p:cNvPr id="17" name="object 17"/>
          <p:cNvPicPr/>
          <p:nvPr/>
        </p:nvPicPr>
        <p:blipFill>
          <a:blip r:embed="rId10" cstate="print"/>
          <a:stretch>
            <a:fillRect/>
          </a:stretch>
        </p:blipFill>
        <p:spPr>
          <a:xfrm>
            <a:off x="1667470" y="5418949"/>
            <a:ext cx="1021992" cy="1016830"/>
          </a:xfrm>
          <a:prstGeom prst="rect">
            <a:avLst/>
          </a:prstGeom>
        </p:spPr>
      </p:pic>
      <p:pic>
        <p:nvPicPr>
          <p:cNvPr id="18" name="object 18"/>
          <p:cNvPicPr/>
          <p:nvPr/>
        </p:nvPicPr>
        <p:blipFill>
          <a:blip r:embed="rId11" cstate="print"/>
          <a:stretch>
            <a:fillRect/>
          </a:stretch>
        </p:blipFill>
        <p:spPr>
          <a:xfrm>
            <a:off x="4341683" y="5597808"/>
            <a:ext cx="1720351" cy="644912"/>
          </a:xfrm>
          <a:prstGeom prst="rect">
            <a:avLst/>
          </a:prstGeom>
        </p:spPr>
      </p:pic>
      <p:sp>
        <p:nvSpPr>
          <p:cNvPr id="19" name="object 19"/>
          <p:cNvSpPr/>
          <p:nvPr/>
        </p:nvSpPr>
        <p:spPr>
          <a:xfrm>
            <a:off x="14154894" y="5587309"/>
            <a:ext cx="2512060" cy="912494"/>
          </a:xfrm>
          <a:custGeom>
            <a:avLst/>
            <a:gdLst/>
            <a:ahLst/>
            <a:cxnLst/>
            <a:rect l="l" t="t" r="r" b="b"/>
            <a:pathLst>
              <a:path w="2512059" h="912495">
                <a:moveTo>
                  <a:pt x="2055832" y="0"/>
                </a:moveTo>
                <a:lnTo>
                  <a:pt x="456069" y="0"/>
                </a:lnTo>
                <a:lnTo>
                  <a:pt x="409438" y="2354"/>
                </a:lnTo>
                <a:lnTo>
                  <a:pt x="364153" y="9265"/>
                </a:lnTo>
                <a:lnTo>
                  <a:pt x="320445" y="20504"/>
                </a:lnTo>
                <a:lnTo>
                  <a:pt x="278543" y="35840"/>
                </a:lnTo>
                <a:lnTo>
                  <a:pt x="238676" y="55046"/>
                </a:lnTo>
                <a:lnTo>
                  <a:pt x="201073" y="77890"/>
                </a:lnTo>
                <a:lnTo>
                  <a:pt x="165964" y="104146"/>
                </a:lnTo>
                <a:lnTo>
                  <a:pt x="133577" y="133582"/>
                </a:lnTo>
                <a:lnTo>
                  <a:pt x="104141" y="165970"/>
                </a:lnTo>
                <a:lnTo>
                  <a:pt x="77887" y="201080"/>
                </a:lnTo>
                <a:lnTo>
                  <a:pt x="55043" y="238684"/>
                </a:lnTo>
                <a:lnTo>
                  <a:pt x="35839" y="278552"/>
                </a:lnTo>
                <a:lnTo>
                  <a:pt x="20503" y="320455"/>
                </a:lnTo>
                <a:lnTo>
                  <a:pt x="9265" y="364163"/>
                </a:lnTo>
                <a:lnTo>
                  <a:pt x="2354" y="409448"/>
                </a:lnTo>
                <a:lnTo>
                  <a:pt x="0" y="456080"/>
                </a:lnTo>
                <a:lnTo>
                  <a:pt x="2354" y="502710"/>
                </a:lnTo>
                <a:lnTo>
                  <a:pt x="9265" y="547993"/>
                </a:lnTo>
                <a:lnTo>
                  <a:pt x="20503" y="591700"/>
                </a:lnTo>
                <a:lnTo>
                  <a:pt x="35839" y="633601"/>
                </a:lnTo>
                <a:lnTo>
                  <a:pt x="55043" y="673468"/>
                </a:lnTo>
                <a:lnTo>
                  <a:pt x="77887" y="711071"/>
                </a:lnTo>
                <a:lnTo>
                  <a:pt x="104141" y="746181"/>
                </a:lnTo>
                <a:lnTo>
                  <a:pt x="133577" y="778569"/>
                </a:lnTo>
                <a:lnTo>
                  <a:pt x="165964" y="808004"/>
                </a:lnTo>
                <a:lnTo>
                  <a:pt x="201073" y="834259"/>
                </a:lnTo>
                <a:lnTo>
                  <a:pt x="238676" y="857104"/>
                </a:lnTo>
                <a:lnTo>
                  <a:pt x="278543" y="876309"/>
                </a:lnTo>
                <a:lnTo>
                  <a:pt x="320445" y="891645"/>
                </a:lnTo>
                <a:lnTo>
                  <a:pt x="364153" y="902884"/>
                </a:lnTo>
                <a:lnTo>
                  <a:pt x="409438" y="909795"/>
                </a:lnTo>
                <a:lnTo>
                  <a:pt x="456069" y="912150"/>
                </a:lnTo>
                <a:lnTo>
                  <a:pt x="2055832" y="912150"/>
                </a:lnTo>
                <a:lnTo>
                  <a:pt x="2102464" y="909795"/>
                </a:lnTo>
                <a:lnTo>
                  <a:pt x="2147748" y="902884"/>
                </a:lnTo>
                <a:lnTo>
                  <a:pt x="2191456" y="891645"/>
                </a:lnTo>
                <a:lnTo>
                  <a:pt x="2233358" y="876309"/>
                </a:lnTo>
                <a:lnTo>
                  <a:pt x="2273225" y="857104"/>
                </a:lnTo>
                <a:lnTo>
                  <a:pt x="2310828" y="834259"/>
                </a:lnTo>
                <a:lnTo>
                  <a:pt x="2345938" y="808004"/>
                </a:lnTo>
                <a:lnTo>
                  <a:pt x="2378325" y="778569"/>
                </a:lnTo>
                <a:lnTo>
                  <a:pt x="2407760" y="746181"/>
                </a:lnTo>
                <a:lnTo>
                  <a:pt x="2434014" y="711071"/>
                </a:lnTo>
                <a:lnTo>
                  <a:pt x="2456858" y="673468"/>
                </a:lnTo>
                <a:lnTo>
                  <a:pt x="2476063" y="633601"/>
                </a:lnTo>
                <a:lnTo>
                  <a:pt x="2491399" y="591700"/>
                </a:lnTo>
                <a:lnTo>
                  <a:pt x="2502637" y="547993"/>
                </a:lnTo>
                <a:lnTo>
                  <a:pt x="2509548" y="502710"/>
                </a:lnTo>
                <a:lnTo>
                  <a:pt x="2511902" y="456080"/>
                </a:lnTo>
                <a:lnTo>
                  <a:pt x="2509548" y="409448"/>
                </a:lnTo>
                <a:lnTo>
                  <a:pt x="2502637" y="364163"/>
                </a:lnTo>
                <a:lnTo>
                  <a:pt x="2491399" y="320455"/>
                </a:lnTo>
                <a:lnTo>
                  <a:pt x="2476063" y="278552"/>
                </a:lnTo>
                <a:lnTo>
                  <a:pt x="2456858" y="238684"/>
                </a:lnTo>
                <a:lnTo>
                  <a:pt x="2434014" y="201080"/>
                </a:lnTo>
                <a:lnTo>
                  <a:pt x="2407760" y="165970"/>
                </a:lnTo>
                <a:lnTo>
                  <a:pt x="2378325" y="133582"/>
                </a:lnTo>
                <a:lnTo>
                  <a:pt x="2345938" y="104146"/>
                </a:lnTo>
                <a:lnTo>
                  <a:pt x="2310828" y="77890"/>
                </a:lnTo>
                <a:lnTo>
                  <a:pt x="2273225" y="55046"/>
                </a:lnTo>
                <a:lnTo>
                  <a:pt x="2233358" y="35840"/>
                </a:lnTo>
                <a:lnTo>
                  <a:pt x="2191456" y="20504"/>
                </a:lnTo>
                <a:lnTo>
                  <a:pt x="2147748" y="9265"/>
                </a:lnTo>
                <a:lnTo>
                  <a:pt x="2102464" y="2354"/>
                </a:lnTo>
                <a:lnTo>
                  <a:pt x="2055832" y="0"/>
                </a:lnTo>
                <a:close/>
              </a:path>
            </a:pathLst>
          </a:custGeom>
          <a:solidFill>
            <a:srgbClr val="D0A17C"/>
          </a:solidFill>
        </p:spPr>
        <p:txBody>
          <a:bodyPr wrap="square" lIns="0" tIns="0" rIns="0" bIns="0" rtlCol="0"/>
          <a:lstStyle/>
          <a:p>
            <a:endParaRPr>
              <a:latin typeface="Futura Lt BT Light"/>
            </a:endParaRPr>
          </a:p>
        </p:txBody>
      </p:sp>
      <p:sp>
        <p:nvSpPr>
          <p:cNvPr id="20" name="object 20"/>
          <p:cNvSpPr txBox="1"/>
          <p:nvPr/>
        </p:nvSpPr>
        <p:spPr>
          <a:xfrm>
            <a:off x="14846262" y="5849463"/>
            <a:ext cx="1820692" cy="368690"/>
          </a:xfrm>
          <a:prstGeom prst="rect">
            <a:avLst/>
          </a:prstGeom>
        </p:spPr>
        <p:txBody>
          <a:bodyPr vert="horz" wrap="square" lIns="0" tIns="14604" rIns="0" bIns="0" rtlCol="0">
            <a:spAutoFit/>
          </a:bodyPr>
          <a:lstStyle/>
          <a:p>
            <a:pPr marL="12700">
              <a:lnSpc>
                <a:spcPct val="100000"/>
              </a:lnSpc>
              <a:spcBef>
                <a:spcPts val="114"/>
              </a:spcBef>
            </a:pPr>
            <a:r>
              <a:rPr sz="2300" spc="-10" dirty="0">
                <a:solidFill>
                  <a:srgbClr val="FFFFFF"/>
                </a:solidFill>
                <a:latin typeface="Futura Lt BT Light"/>
                <a:cs typeface="Futura PT Book"/>
              </a:rPr>
              <a:t>TELECOM</a:t>
            </a:r>
            <a:endParaRPr sz="2300" dirty="0">
              <a:latin typeface="Futura Lt BT Light"/>
              <a:cs typeface="Futura PT Book"/>
            </a:endParaRPr>
          </a:p>
        </p:txBody>
      </p:sp>
      <p:pic>
        <p:nvPicPr>
          <p:cNvPr id="21" name="object 21"/>
          <p:cNvPicPr/>
          <p:nvPr/>
        </p:nvPicPr>
        <p:blipFill>
          <a:blip r:embed="rId12" cstate="print"/>
          <a:stretch>
            <a:fillRect/>
          </a:stretch>
        </p:blipFill>
        <p:spPr>
          <a:xfrm>
            <a:off x="7991088" y="5754942"/>
            <a:ext cx="2258251" cy="497410"/>
          </a:xfrm>
          <a:prstGeom prst="rect">
            <a:avLst/>
          </a:prstGeom>
        </p:spPr>
      </p:pic>
      <p:pic>
        <p:nvPicPr>
          <p:cNvPr id="22" name="object 22"/>
          <p:cNvPicPr/>
          <p:nvPr/>
        </p:nvPicPr>
        <p:blipFill>
          <a:blip r:embed="rId13" cstate="print"/>
          <a:stretch>
            <a:fillRect/>
          </a:stretch>
        </p:blipFill>
        <p:spPr>
          <a:xfrm>
            <a:off x="11427495" y="5658689"/>
            <a:ext cx="2086564" cy="638298"/>
          </a:xfrm>
          <a:prstGeom prst="rect">
            <a:avLst/>
          </a:prstGeom>
        </p:spPr>
      </p:pic>
      <p:pic>
        <p:nvPicPr>
          <p:cNvPr id="23" name="object 23"/>
          <p:cNvPicPr/>
          <p:nvPr/>
        </p:nvPicPr>
        <p:blipFill>
          <a:blip r:embed="rId14" cstate="print"/>
          <a:stretch>
            <a:fillRect/>
          </a:stretch>
        </p:blipFill>
        <p:spPr>
          <a:xfrm>
            <a:off x="940725" y="7256308"/>
            <a:ext cx="2640138" cy="762421"/>
          </a:xfrm>
          <a:prstGeom prst="rect">
            <a:avLst/>
          </a:prstGeom>
        </p:spPr>
      </p:pic>
      <p:pic>
        <p:nvPicPr>
          <p:cNvPr id="24" name="object 24"/>
          <p:cNvPicPr/>
          <p:nvPr/>
        </p:nvPicPr>
        <p:blipFill>
          <a:blip r:embed="rId15" cstate="print"/>
          <a:stretch>
            <a:fillRect/>
          </a:stretch>
        </p:blipFill>
        <p:spPr>
          <a:xfrm>
            <a:off x="7803701" y="7287857"/>
            <a:ext cx="2379783" cy="656216"/>
          </a:xfrm>
          <a:prstGeom prst="rect">
            <a:avLst/>
          </a:prstGeom>
        </p:spPr>
      </p:pic>
      <p:pic>
        <p:nvPicPr>
          <p:cNvPr id="25" name="object 25"/>
          <p:cNvPicPr/>
          <p:nvPr/>
        </p:nvPicPr>
        <p:blipFill>
          <a:blip r:embed="rId16" cstate="print"/>
          <a:stretch>
            <a:fillRect/>
          </a:stretch>
        </p:blipFill>
        <p:spPr>
          <a:xfrm>
            <a:off x="11330970" y="7293946"/>
            <a:ext cx="2095081" cy="498319"/>
          </a:xfrm>
          <a:prstGeom prst="rect">
            <a:avLst/>
          </a:prstGeom>
        </p:spPr>
      </p:pic>
      <p:sp>
        <p:nvSpPr>
          <p:cNvPr id="26" name="object 26"/>
          <p:cNvSpPr/>
          <p:nvPr/>
        </p:nvSpPr>
        <p:spPr>
          <a:xfrm>
            <a:off x="14154894" y="7251494"/>
            <a:ext cx="2512060" cy="912494"/>
          </a:xfrm>
          <a:custGeom>
            <a:avLst/>
            <a:gdLst/>
            <a:ahLst/>
            <a:cxnLst/>
            <a:rect l="l" t="t" r="r" b="b"/>
            <a:pathLst>
              <a:path w="2512059" h="912495">
                <a:moveTo>
                  <a:pt x="2055832" y="0"/>
                </a:moveTo>
                <a:lnTo>
                  <a:pt x="456069" y="0"/>
                </a:lnTo>
                <a:lnTo>
                  <a:pt x="409438" y="2354"/>
                </a:lnTo>
                <a:lnTo>
                  <a:pt x="364153" y="9265"/>
                </a:lnTo>
                <a:lnTo>
                  <a:pt x="320445" y="20504"/>
                </a:lnTo>
                <a:lnTo>
                  <a:pt x="278543" y="35840"/>
                </a:lnTo>
                <a:lnTo>
                  <a:pt x="238676" y="55046"/>
                </a:lnTo>
                <a:lnTo>
                  <a:pt x="201073" y="77890"/>
                </a:lnTo>
                <a:lnTo>
                  <a:pt x="165964" y="104146"/>
                </a:lnTo>
                <a:lnTo>
                  <a:pt x="133577" y="133582"/>
                </a:lnTo>
                <a:lnTo>
                  <a:pt x="104141" y="165970"/>
                </a:lnTo>
                <a:lnTo>
                  <a:pt x="77887" y="201080"/>
                </a:lnTo>
                <a:lnTo>
                  <a:pt x="55043" y="238684"/>
                </a:lnTo>
                <a:lnTo>
                  <a:pt x="35839" y="278552"/>
                </a:lnTo>
                <a:lnTo>
                  <a:pt x="20503" y="320455"/>
                </a:lnTo>
                <a:lnTo>
                  <a:pt x="9265" y="364163"/>
                </a:lnTo>
                <a:lnTo>
                  <a:pt x="2354" y="409448"/>
                </a:lnTo>
                <a:lnTo>
                  <a:pt x="0" y="456080"/>
                </a:lnTo>
                <a:lnTo>
                  <a:pt x="2354" y="502710"/>
                </a:lnTo>
                <a:lnTo>
                  <a:pt x="9265" y="547993"/>
                </a:lnTo>
                <a:lnTo>
                  <a:pt x="20503" y="591700"/>
                </a:lnTo>
                <a:lnTo>
                  <a:pt x="35839" y="633601"/>
                </a:lnTo>
                <a:lnTo>
                  <a:pt x="55043" y="673468"/>
                </a:lnTo>
                <a:lnTo>
                  <a:pt x="77887" y="711071"/>
                </a:lnTo>
                <a:lnTo>
                  <a:pt x="104141" y="746181"/>
                </a:lnTo>
                <a:lnTo>
                  <a:pt x="133577" y="778569"/>
                </a:lnTo>
                <a:lnTo>
                  <a:pt x="165964" y="808004"/>
                </a:lnTo>
                <a:lnTo>
                  <a:pt x="201073" y="834259"/>
                </a:lnTo>
                <a:lnTo>
                  <a:pt x="238676" y="857104"/>
                </a:lnTo>
                <a:lnTo>
                  <a:pt x="278543" y="876309"/>
                </a:lnTo>
                <a:lnTo>
                  <a:pt x="320445" y="891645"/>
                </a:lnTo>
                <a:lnTo>
                  <a:pt x="364153" y="902884"/>
                </a:lnTo>
                <a:lnTo>
                  <a:pt x="409438" y="909795"/>
                </a:lnTo>
                <a:lnTo>
                  <a:pt x="456069" y="912150"/>
                </a:lnTo>
                <a:lnTo>
                  <a:pt x="2055832" y="912150"/>
                </a:lnTo>
                <a:lnTo>
                  <a:pt x="2102464" y="909795"/>
                </a:lnTo>
                <a:lnTo>
                  <a:pt x="2147748" y="902884"/>
                </a:lnTo>
                <a:lnTo>
                  <a:pt x="2191456" y="891645"/>
                </a:lnTo>
                <a:lnTo>
                  <a:pt x="2233358" y="876309"/>
                </a:lnTo>
                <a:lnTo>
                  <a:pt x="2273225" y="857104"/>
                </a:lnTo>
                <a:lnTo>
                  <a:pt x="2310828" y="834259"/>
                </a:lnTo>
                <a:lnTo>
                  <a:pt x="2345938" y="808004"/>
                </a:lnTo>
                <a:lnTo>
                  <a:pt x="2378325" y="778569"/>
                </a:lnTo>
                <a:lnTo>
                  <a:pt x="2407760" y="746181"/>
                </a:lnTo>
                <a:lnTo>
                  <a:pt x="2434014" y="711071"/>
                </a:lnTo>
                <a:lnTo>
                  <a:pt x="2456858" y="673468"/>
                </a:lnTo>
                <a:lnTo>
                  <a:pt x="2476063" y="633601"/>
                </a:lnTo>
                <a:lnTo>
                  <a:pt x="2491399" y="591700"/>
                </a:lnTo>
                <a:lnTo>
                  <a:pt x="2502637" y="547993"/>
                </a:lnTo>
                <a:lnTo>
                  <a:pt x="2509548" y="502710"/>
                </a:lnTo>
                <a:lnTo>
                  <a:pt x="2511902" y="456080"/>
                </a:lnTo>
                <a:lnTo>
                  <a:pt x="2509548" y="409448"/>
                </a:lnTo>
                <a:lnTo>
                  <a:pt x="2502637" y="364163"/>
                </a:lnTo>
                <a:lnTo>
                  <a:pt x="2491399" y="320455"/>
                </a:lnTo>
                <a:lnTo>
                  <a:pt x="2476063" y="278552"/>
                </a:lnTo>
                <a:lnTo>
                  <a:pt x="2456858" y="238684"/>
                </a:lnTo>
                <a:lnTo>
                  <a:pt x="2434014" y="201080"/>
                </a:lnTo>
                <a:lnTo>
                  <a:pt x="2407760" y="165970"/>
                </a:lnTo>
                <a:lnTo>
                  <a:pt x="2378325" y="133582"/>
                </a:lnTo>
                <a:lnTo>
                  <a:pt x="2345938" y="104146"/>
                </a:lnTo>
                <a:lnTo>
                  <a:pt x="2310828" y="77890"/>
                </a:lnTo>
                <a:lnTo>
                  <a:pt x="2273225" y="55046"/>
                </a:lnTo>
                <a:lnTo>
                  <a:pt x="2233358" y="35840"/>
                </a:lnTo>
                <a:lnTo>
                  <a:pt x="2191456" y="20504"/>
                </a:lnTo>
                <a:lnTo>
                  <a:pt x="2147748" y="9265"/>
                </a:lnTo>
                <a:lnTo>
                  <a:pt x="2102464" y="2354"/>
                </a:lnTo>
                <a:lnTo>
                  <a:pt x="2055832" y="0"/>
                </a:lnTo>
                <a:close/>
              </a:path>
            </a:pathLst>
          </a:custGeom>
          <a:solidFill>
            <a:srgbClr val="D0A17C"/>
          </a:solidFill>
        </p:spPr>
        <p:txBody>
          <a:bodyPr wrap="square" lIns="0" tIns="0" rIns="0" bIns="0" rtlCol="0"/>
          <a:lstStyle/>
          <a:p>
            <a:endParaRPr>
              <a:latin typeface="Futura Lt BT Light"/>
            </a:endParaRPr>
          </a:p>
        </p:txBody>
      </p:sp>
      <p:sp>
        <p:nvSpPr>
          <p:cNvPr id="27" name="object 27"/>
          <p:cNvSpPr txBox="1"/>
          <p:nvPr/>
        </p:nvSpPr>
        <p:spPr>
          <a:xfrm>
            <a:off x="14973377" y="7492298"/>
            <a:ext cx="1499907" cy="368690"/>
          </a:xfrm>
          <a:prstGeom prst="rect">
            <a:avLst/>
          </a:prstGeom>
        </p:spPr>
        <p:txBody>
          <a:bodyPr vert="horz" wrap="square" lIns="0" tIns="14604" rIns="0" bIns="0" rtlCol="0">
            <a:spAutoFit/>
          </a:bodyPr>
          <a:lstStyle/>
          <a:p>
            <a:pPr marL="12700">
              <a:lnSpc>
                <a:spcPct val="100000"/>
              </a:lnSpc>
              <a:spcBef>
                <a:spcPts val="114"/>
              </a:spcBef>
            </a:pPr>
            <a:r>
              <a:rPr sz="2300" spc="-10" dirty="0">
                <a:solidFill>
                  <a:srgbClr val="FFFFFF"/>
                </a:solidFill>
                <a:latin typeface="Futura Lt BT Light"/>
                <a:cs typeface="Futura PT Book"/>
              </a:rPr>
              <a:t>SAÚDE</a:t>
            </a:r>
            <a:endParaRPr sz="2300" dirty="0">
              <a:latin typeface="Futura Lt BT Light"/>
              <a:cs typeface="Futura PT Book"/>
            </a:endParaRPr>
          </a:p>
        </p:txBody>
      </p:sp>
      <p:pic>
        <p:nvPicPr>
          <p:cNvPr id="28" name="object 28"/>
          <p:cNvPicPr/>
          <p:nvPr/>
        </p:nvPicPr>
        <p:blipFill>
          <a:blip r:embed="rId17" cstate="print"/>
          <a:stretch>
            <a:fillRect/>
          </a:stretch>
        </p:blipFill>
        <p:spPr>
          <a:xfrm>
            <a:off x="4507097" y="7225382"/>
            <a:ext cx="1664893" cy="426952"/>
          </a:xfrm>
          <a:prstGeom prst="rect">
            <a:avLst/>
          </a:prstGeom>
        </p:spPr>
      </p:pic>
      <p:sp>
        <p:nvSpPr>
          <p:cNvPr id="29" name="object 29"/>
          <p:cNvSpPr/>
          <p:nvPr/>
        </p:nvSpPr>
        <p:spPr>
          <a:xfrm>
            <a:off x="14154894" y="8743815"/>
            <a:ext cx="2512060" cy="912494"/>
          </a:xfrm>
          <a:custGeom>
            <a:avLst/>
            <a:gdLst/>
            <a:ahLst/>
            <a:cxnLst/>
            <a:rect l="l" t="t" r="r" b="b"/>
            <a:pathLst>
              <a:path w="2512059" h="912495">
                <a:moveTo>
                  <a:pt x="2055832" y="0"/>
                </a:moveTo>
                <a:lnTo>
                  <a:pt x="456069" y="0"/>
                </a:lnTo>
                <a:lnTo>
                  <a:pt x="409438" y="2354"/>
                </a:lnTo>
                <a:lnTo>
                  <a:pt x="364153" y="9265"/>
                </a:lnTo>
                <a:lnTo>
                  <a:pt x="320445" y="20504"/>
                </a:lnTo>
                <a:lnTo>
                  <a:pt x="278543" y="35840"/>
                </a:lnTo>
                <a:lnTo>
                  <a:pt x="238676" y="55046"/>
                </a:lnTo>
                <a:lnTo>
                  <a:pt x="201073" y="77890"/>
                </a:lnTo>
                <a:lnTo>
                  <a:pt x="165964" y="104146"/>
                </a:lnTo>
                <a:lnTo>
                  <a:pt x="133577" y="133582"/>
                </a:lnTo>
                <a:lnTo>
                  <a:pt x="104141" y="165970"/>
                </a:lnTo>
                <a:lnTo>
                  <a:pt x="77887" y="201080"/>
                </a:lnTo>
                <a:lnTo>
                  <a:pt x="55043" y="238684"/>
                </a:lnTo>
                <a:lnTo>
                  <a:pt x="35839" y="278552"/>
                </a:lnTo>
                <a:lnTo>
                  <a:pt x="20503" y="320455"/>
                </a:lnTo>
                <a:lnTo>
                  <a:pt x="9265" y="364163"/>
                </a:lnTo>
                <a:lnTo>
                  <a:pt x="2354" y="409448"/>
                </a:lnTo>
                <a:lnTo>
                  <a:pt x="0" y="456080"/>
                </a:lnTo>
                <a:lnTo>
                  <a:pt x="2354" y="502710"/>
                </a:lnTo>
                <a:lnTo>
                  <a:pt x="9265" y="547993"/>
                </a:lnTo>
                <a:lnTo>
                  <a:pt x="20503" y="591700"/>
                </a:lnTo>
                <a:lnTo>
                  <a:pt x="35839" y="633601"/>
                </a:lnTo>
                <a:lnTo>
                  <a:pt x="55043" y="673468"/>
                </a:lnTo>
                <a:lnTo>
                  <a:pt x="77887" y="711071"/>
                </a:lnTo>
                <a:lnTo>
                  <a:pt x="104141" y="746181"/>
                </a:lnTo>
                <a:lnTo>
                  <a:pt x="133577" y="778569"/>
                </a:lnTo>
                <a:lnTo>
                  <a:pt x="165964" y="808004"/>
                </a:lnTo>
                <a:lnTo>
                  <a:pt x="201073" y="834259"/>
                </a:lnTo>
                <a:lnTo>
                  <a:pt x="238676" y="857104"/>
                </a:lnTo>
                <a:lnTo>
                  <a:pt x="278543" y="876309"/>
                </a:lnTo>
                <a:lnTo>
                  <a:pt x="320445" y="891645"/>
                </a:lnTo>
                <a:lnTo>
                  <a:pt x="364153" y="902884"/>
                </a:lnTo>
                <a:lnTo>
                  <a:pt x="409438" y="909795"/>
                </a:lnTo>
                <a:lnTo>
                  <a:pt x="456069" y="912150"/>
                </a:lnTo>
                <a:lnTo>
                  <a:pt x="2055832" y="912150"/>
                </a:lnTo>
                <a:lnTo>
                  <a:pt x="2102464" y="909795"/>
                </a:lnTo>
                <a:lnTo>
                  <a:pt x="2147748" y="902884"/>
                </a:lnTo>
                <a:lnTo>
                  <a:pt x="2191456" y="891645"/>
                </a:lnTo>
                <a:lnTo>
                  <a:pt x="2233358" y="876309"/>
                </a:lnTo>
                <a:lnTo>
                  <a:pt x="2273225" y="857104"/>
                </a:lnTo>
                <a:lnTo>
                  <a:pt x="2310828" y="834259"/>
                </a:lnTo>
                <a:lnTo>
                  <a:pt x="2345938" y="808004"/>
                </a:lnTo>
                <a:lnTo>
                  <a:pt x="2378325" y="778569"/>
                </a:lnTo>
                <a:lnTo>
                  <a:pt x="2407760" y="746181"/>
                </a:lnTo>
                <a:lnTo>
                  <a:pt x="2434014" y="711071"/>
                </a:lnTo>
                <a:lnTo>
                  <a:pt x="2456858" y="673468"/>
                </a:lnTo>
                <a:lnTo>
                  <a:pt x="2476063" y="633601"/>
                </a:lnTo>
                <a:lnTo>
                  <a:pt x="2491399" y="591700"/>
                </a:lnTo>
                <a:lnTo>
                  <a:pt x="2502637" y="547993"/>
                </a:lnTo>
                <a:lnTo>
                  <a:pt x="2509548" y="502710"/>
                </a:lnTo>
                <a:lnTo>
                  <a:pt x="2511902" y="456080"/>
                </a:lnTo>
                <a:lnTo>
                  <a:pt x="2509548" y="409448"/>
                </a:lnTo>
                <a:lnTo>
                  <a:pt x="2502637" y="364163"/>
                </a:lnTo>
                <a:lnTo>
                  <a:pt x="2491399" y="320455"/>
                </a:lnTo>
                <a:lnTo>
                  <a:pt x="2476063" y="278552"/>
                </a:lnTo>
                <a:lnTo>
                  <a:pt x="2456858" y="238684"/>
                </a:lnTo>
                <a:lnTo>
                  <a:pt x="2434014" y="201080"/>
                </a:lnTo>
                <a:lnTo>
                  <a:pt x="2407760" y="165970"/>
                </a:lnTo>
                <a:lnTo>
                  <a:pt x="2378325" y="133582"/>
                </a:lnTo>
                <a:lnTo>
                  <a:pt x="2345938" y="104146"/>
                </a:lnTo>
                <a:lnTo>
                  <a:pt x="2310828" y="77890"/>
                </a:lnTo>
                <a:lnTo>
                  <a:pt x="2273225" y="55046"/>
                </a:lnTo>
                <a:lnTo>
                  <a:pt x="2233358" y="35840"/>
                </a:lnTo>
                <a:lnTo>
                  <a:pt x="2191456" y="20504"/>
                </a:lnTo>
                <a:lnTo>
                  <a:pt x="2147748" y="9265"/>
                </a:lnTo>
                <a:lnTo>
                  <a:pt x="2102464" y="2354"/>
                </a:lnTo>
                <a:lnTo>
                  <a:pt x="2055832" y="0"/>
                </a:lnTo>
                <a:close/>
              </a:path>
            </a:pathLst>
          </a:custGeom>
          <a:solidFill>
            <a:srgbClr val="D0A17C"/>
          </a:solidFill>
        </p:spPr>
        <p:txBody>
          <a:bodyPr wrap="square" lIns="0" tIns="0" rIns="0" bIns="0" rtlCol="0"/>
          <a:lstStyle/>
          <a:p>
            <a:endParaRPr>
              <a:latin typeface="Futura Lt BT Light"/>
            </a:endParaRPr>
          </a:p>
        </p:txBody>
      </p:sp>
      <p:sp>
        <p:nvSpPr>
          <p:cNvPr id="30" name="object 30"/>
          <p:cNvSpPr txBox="1"/>
          <p:nvPr/>
        </p:nvSpPr>
        <p:spPr>
          <a:xfrm>
            <a:off x="14846252" y="8839086"/>
            <a:ext cx="1956445" cy="703206"/>
          </a:xfrm>
          <a:prstGeom prst="rect">
            <a:avLst/>
          </a:prstGeom>
        </p:spPr>
        <p:txBody>
          <a:bodyPr vert="horz" wrap="square" lIns="0" tIns="12065" rIns="0" bIns="0" rtlCol="0">
            <a:spAutoFit/>
          </a:bodyPr>
          <a:lstStyle/>
          <a:p>
            <a:pPr marL="12700" marR="5080">
              <a:lnSpc>
                <a:spcPct val="100800"/>
              </a:lnSpc>
              <a:spcBef>
                <a:spcPts val="95"/>
              </a:spcBef>
            </a:pPr>
            <a:r>
              <a:rPr sz="2300" spc="-10" dirty="0">
                <a:solidFill>
                  <a:srgbClr val="FFFFFF"/>
                </a:solidFill>
                <a:latin typeface="Futura Lt BT Light"/>
                <a:cs typeface="Futura PT Book"/>
              </a:rPr>
              <a:t>DEMAIS SETORES</a:t>
            </a:r>
            <a:endParaRPr sz="2300" dirty="0">
              <a:latin typeface="Futura Lt BT Light"/>
              <a:cs typeface="Futura PT Book"/>
            </a:endParaRPr>
          </a:p>
        </p:txBody>
      </p:sp>
      <p:pic>
        <p:nvPicPr>
          <p:cNvPr id="32" name="object 32"/>
          <p:cNvPicPr/>
          <p:nvPr/>
        </p:nvPicPr>
        <p:blipFill>
          <a:blip r:embed="rId18" cstate="print"/>
          <a:stretch>
            <a:fillRect/>
          </a:stretch>
        </p:blipFill>
        <p:spPr>
          <a:xfrm>
            <a:off x="7497950" y="9002705"/>
            <a:ext cx="2551566" cy="636336"/>
          </a:xfrm>
          <a:prstGeom prst="rect">
            <a:avLst/>
          </a:prstGeom>
        </p:spPr>
      </p:pic>
      <p:sp>
        <p:nvSpPr>
          <p:cNvPr id="33" name="object 33"/>
          <p:cNvSpPr txBox="1">
            <a:spLocks noGrp="1"/>
          </p:cNvSpPr>
          <p:nvPr>
            <p:ph type="title"/>
          </p:nvPr>
        </p:nvSpPr>
        <p:spPr>
          <a:xfrm>
            <a:off x="670003" y="635022"/>
            <a:ext cx="10242550" cy="773930"/>
          </a:xfrm>
          <a:prstGeom prst="rect">
            <a:avLst/>
          </a:prstGeom>
        </p:spPr>
        <p:txBody>
          <a:bodyPr vert="horz" wrap="square" lIns="0" tIns="12065" rIns="0" bIns="0" rtlCol="0">
            <a:spAutoFit/>
          </a:bodyPr>
          <a:lstStyle/>
          <a:p>
            <a:pPr marL="12700">
              <a:lnSpc>
                <a:spcPct val="100000"/>
              </a:lnSpc>
              <a:spcBef>
                <a:spcPts val="95"/>
              </a:spcBef>
            </a:pPr>
            <a:r>
              <a:rPr spc="-10" dirty="0">
                <a:latin typeface="Futura Lt BT Light"/>
              </a:rPr>
              <a:t>NOSSOS</a:t>
            </a:r>
            <a:r>
              <a:rPr spc="-245" dirty="0">
                <a:latin typeface="Futura Lt BT Light"/>
              </a:rPr>
              <a:t> </a:t>
            </a:r>
            <a:r>
              <a:rPr lang="pt-BR" spc="-245" dirty="0">
                <a:latin typeface="Futura Lt BT Light"/>
              </a:rPr>
              <a:t>PRINCIPAIS </a:t>
            </a:r>
            <a:r>
              <a:rPr spc="-10" dirty="0">
                <a:latin typeface="Futura Lt BT Light"/>
              </a:rPr>
              <a:t>CLIENTES</a:t>
            </a:r>
          </a:p>
        </p:txBody>
      </p:sp>
      <p:sp>
        <p:nvSpPr>
          <p:cNvPr id="34" name="object 34"/>
          <p:cNvSpPr/>
          <p:nvPr/>
        </p:nvSpPr>
        <p:spPr>
          <a:xfrm>
            <a:off x="492131" y="743432"/>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35" name="object 35"/>
          <p:cNvSpPr/>
          <p:nvPr/>
        </p:nvSpPr>
        <p:spPr>
          <a:xfrm>
            <a:off x="19528201" y="335068"/>
            <a:ext cx="94615" cy="10460990"/>
          </a:xfrm>
          <a:custGeom>
            <a:avLst/>
            <a:gdLst/>
            <a:ahLst/>
            <a:cxnLst/>
            <a:rect l="l" t="t" r="r" b="b"/>
            <a:pathLst>
              <a:path w="94615" h="10460990">
                <a:moveTo>
                  <a:pt x="94237" y="0"/>
                </a:moveTo>
                <a:lnTo>
                  <a:pt x="0" y="0"/>
                </a:lnTo>
                <a:lnTo>
                  <a:pt x="0" y="10460414"/>
                </a:lnTo>
                <a:lnTo>
                  <a:pt x="94237" y="10460414"/>
                </a:lnTo>
                <a:lnTo>
                  <a:pt x="94237" y="0"/>
                </a:lnTo>
                <a:close/>
              </a:path>
            </a:pathLst>
          </a:custGeom>
          <a:solidFill>
            <a:srgbClr val="006969"/>
          </a:solidFill>
        </p:spPr>
        <p:txBody>
          <a:bodyPr wrap="square" lIns="0" tIns="0" rIns="0" bIns="0" rtlCol="0"/>
          <a:lstStyle/>
          <a:p>
            <a:endParaRPr/>
          </a:p>
        </p:txBody>
      </p:sp>
      <p:sp>
        <p:nvSpPr>
          <p:cNvPr id="36" name="object 36"/>
          <p:cNvSpPr/>
          <p:nvPr/>
        </p:nvSpPr>
        <p:spPr>
          <a:xfrm>
            <a:off x="19297842" y="2638663"/>
            <a:ext cx="94615" cy="6042025"/>
          </a:xfrm>
          <a:custGeom>
            <a:avLst/>
            <a:gdLst/>
            <a:ahLst/>
            <a:cxnLst/>
            <a:rect l="l" t="t" r="r" b="b"/>
            <a:pathLst>
              <a:path w="94615" h="6042025">
                <a:moveTo>
                  <a:pt x="94237" y="0"/>
                </a:moveTo>
                <a:lnTo>
                  <a:pt x="0" y="0"/>
                </a:lnTo>
                <a:lnTo>
                  <a:pt x="0" y="6041700"/>
                </a:lnTo>
                <a:lnTo>
                  <a:pt x="94237" y="6041700"/>
                </a:lnTo>
                <a:lnTo>
                  <a:pt x="94237" y="0"/>
                </a:lnTo>
                <a:close/>
              </a:path>
            </a:pathLst>
          </a:custGeom>
          <a:solidFill>
            <a:srgbClr val="C69A78">
              <a:alpha val="89999"/>
            </a:srgbClr>
          </a:solidFill>
        </p:spPr>
        <p:txBody>
          <a:bodyPr wrap="square" lIns="0" tIns="0" rIns="0" bIns="0" rtlCol="0"/>
          <a:lstStyle/>
          <a:p>
            <a:endParaRPr/>
          </a:p>
        </p:txBody>
      </p:sp>
      <p:sp>
        <p:nvSpPr>
          <p:cNvPr id="37" name="object 37"/>
          <p:cNvSpPr/>
          <p:nvPr/>
        </p:nvSpPr>
        <p:spPr>
          <a:xfrm>
            <a:off x="17274336" y="1502984"/>
            <a:ext cx="1788795" cy="1167130"/>
          </a:xfrm>
          <a:custGeom>
            <a:avLst/>
            <a:gdLst/>
            <a:ahLst/>
            <a:cxnLst/>
            <a:rect l="l" t="t" r="r" b="b"/>
            <a:pathLst>
              <a:path w="1788794" h="1167130">
                <a:moveTo>
                  <a:pt x="1544277" y="0"/>
                </a:moveTo>
                <a:lnTo>
                  <a:pt x="237176" y="0"/>
                </a:lnTo>
                <a:lnTo>
                  <a:pt x="233969" y="64181"/>
                </a:lnTo>
                <a:lnTo>
                  <a:pt x="228782" y="126755"/>
                </a:lnTo>
                <a:lnTo>
                  <a:pt x="221694" y="187532"/>
                </a:lnTo>
                <a:lnTo>
                  <a:pt x="212782" y="246319"/>
                </a:lnTo>
                <a:lnTo>
                  <a:pt x="202127" y="302927"/>
                </a:lnTo>
                <a:lnTo>
                  <a:pt x="189808" y="357163"/>
                </a:lnTo>
                <a:lnTo>
                  <a:pt x="175903" y="408838"/>
                </a:lnTo>
                <a:lnTo>
                  <a:pt x="160490" y="457759"/>
                </a:lnTo>
                <a:lnTo>
                  <a:pt x="143650" y="503737"/>
                </a:lnTo>
                <a:lnTo>
                  <a:pt x="125461" y="546579"/>
                </a:lnTo>
                <a:lnTo>
                  <a:pt x="106002" y="586095"/>
                </a:lnTo>
                <a:lnTo>
                  <a:pt x="85352" y="622093"/>
                </a:lnTo>
                <a:lnTo>
                  <a:pt x="63590" y="654384"/>
                </a:lnTo>
                <a:lnTo>
                  <a:pt x="40794" y="682775"/>
                </a:lnTo>
                <a:lnTo>
                  <a:pt x="30924" y="696622"/>
                </a:lnTo>
                <a:lnTo>
                  <a:pt x="20852" y="710327"/>
                </a:lnTo>
                <a:lnTo>
                  <a:pt x="10553" y="723858"/>
                </a:lnTo>
                <a:lnTo>
                  <a:pt x="0" y="737181"/>
                </a:lnTo>
                <a:lnTo>
                  <a:pt x="0" y="1167095"/>
                </a:lnTo>
                <a:lnTo>
                  <a:pt x="38130" y="1138103"/>
                </a:lnTo>
                <a:lnTo>
                  <a:pt x="75140" y="1107757"/>
                </a:lnTo>
                <a:lnTo>
                  <a:pt x="110994" y="1076095"/>
                </a:lnTo>
                <a:lnTo>
                  <a:pt x="145654" y="1043152"/>
                </a:lnTo>
                <a:lnTo>
                  <a:pt x="179083" y="1008967"/>
                </a:lnTo>
                <a:lnTo>
                  <a:pt x="211245" y="973574"/>
                </a:lnTo>
                <a:lnTo>
                  <a:pt x="242103" y="937012"/>
                </a:lnTo>
                <a:lnTo>
                  <a:pt x="271621" y="899317"/>
                </a:lnTo>
                <a:lnTo>
                  <a:pt x="299762" y="860526"/>
                </a:lnTo>
                <a:lnTo>
                  <a:pt x="326489" y="820676"/>
                </a:lnTo>
                <a:lnTo>
                  <a:pt x="351766" y="779803"/>
                </a:lnTo>
                <a:lnTo>
                  <a:pt x="375555" y="737945"/>
                </a:lnTo>
                <a:lnTo>
                  <a:pt x="397820" y="695137"/>
                </a:lnTo>
                <a:lnTo>
                  <a:pt x="418524" y="651417"/>
                </a:lnTo>
                <a:lnTo>
                  <a:pt x="437632" y="606822"/>
                </a:lnTo>
                <a:lnTo>
                  <a:pt x="455105" y="561389"/>
                </a:lnTo>
                <a:lnTo>
                  <a:pt x="470907" y="515154"/>
                </a:lnTo>
                <a:lnTo>
                  <a:pt x="485002" y="468154"/>
                </a:lnTo>
                <a:lnTo>
                  <a:pt x="497353" y="420425"/>
                </a:lnTo>
                <a:lnTo>
                  <a:pt x="507923" y="372006"/>
                </a:lnTo>
                <a:lnTo>
                  <a:pt x="516675" y="322931"/>
                </a:lnTo>
                <a:lnTo>
                  <a:pt x="523573" y="273239"/>
                </a:lnTo>
                <a:lnTo>
                  <a:pt x="528580" y="222967"/>
                </a:lnTo>
                <a:lnTo>
                  <a:pt x="767369" y="222967"/>
                </a:lnTo>
                <a:lnTo>
                  <a:pt x="767369" y="824938"/>
                </a:lnTo>
                <a:lnTo>
                  <a:pt x="1021822" y="824938"/>
                </a:lnTo>
                <a:lnTo>
                  <a:pt x="1021822" y="222967"/>
                </a:lnTo>
                <a:lnTo>
                  <a:pt x="1259584" y="222967"/>
                </a:lnTo>
                <a:lnTo>
                  <a:pt x="1264591" y="273239"/>
                </a:lnTo>
                <a:lnTo>
                  <a:pt x="1271490" y="322931"/>
                </a:lnTo>
                <a:lnTo>
                  <a:pt x="1280243" y="372006"/>
                </a:lnTo>
                <a:lnTo>
                  <a:pt x="1290813" y="420425"/>
                </a:lnTo>
                <a:lnTo>
                  <a:pt x="1303165" y="468154"/>
                </a:lnTo>
                <a:lnTo>
                  <a:pt x="1317261" y="515154"/>
                </a:lnTo>
                <a:lnTo>
                  <a:pt x="1333064" y="561389"/>
                </a:lnTo>
                <a:lnTo>
                  <a:pt x="1350538" y="606822"/>
                </a:lnTo>
                <a:lnTo>
                  <a:pt x="1369647" y="651417"/>
                </a:lnTo>
                <a:lnTo>
                  <a:pt x="1390352" y="695137"/>
                </a:lnTo>
                <a:lnTo>
                  <a:pt x="1412618" y="737945"/>
                </a:lnTo>
                <a:lnTo>
                  <a:pt x="1436409" y="779803"/>
                </a:lnTo>
                <a:lnTo>
                  <a:pt x="1461686" y="820676"/>
                </a:lnTo>
                <a:lnTo>
                  <a:pt x="1488414" y="860526"/>
                </a:lnTo>
                <a:lnTo>
                  <a:pt x="1516555" y="899317"/>
                </a:lnTo>
                <a:lnTo>
                  <a:pt x="1546074" y="937012"/>
                </a:lnTo>
                <a:lnTo>
                  <a:pt x="1576933" y="973574"/>
                </a:lnTo>
                <a:lnTo>
                  <a:pt x="1609095" y="1008967"/>
                </a:lnTo>
                <a:lnTo>
                  <a:pt x="1642524" y="1043152"/>
                </a:lnTo>
                <a:lnTo>
                  <a:pt x="1677184" y="1076095"/>
                </a:lnTo>
                <a:lnTo>
                  <a:pt x="1713036" y="1107757"/>
                </a:lnTo>
                <a:lnTo>
                  <a:pt x="1750046" y="1138103"/>
                </a:lnTo>
                <a:lnTo>
                  <a:pt x="1788175" y="1167095"/>
                </a:lnTo>
                <a:lnTo>
                  <a:pt x="1788175" y="737181"/>
                </a:lnTo>
                <a:lnTo>
                  <a:pt x="1771475" y="715805"/>
                </a:lnTo>
                <a:lnTo>
                  <a:pt x="1766040" y="708575"/>
                </a:lnTo>
                <a:lnTo>
                  <a:pt x="1719158" y="656181"/>
                </a:lnTo>
                <a:lnTo>
                  <a:pt x="1697235" y="623963"/>
                </a:lnTo>
                <a:lnTo>
                  <a:pt x="1676429" y="587991"/>
                </a:lnTo>
                <a:lnTo>
                  <a:pt x="1656822" y="548457"/>
                </a:lnTo>
                <a:lnTo>
                  <a:pt x="1638493" y="505558"/>
                </a:lnTo>
                <a:lnTo>
                  <a:pt x="1621523" y="459485"/>
                </a:lnTo>
                <a:lnTo>
                  <a:pt x="1605991" y="410435"/>
                </a:lnTo>
                <a:lnTo>
                  <a:pt x="1591978" y="358600"/>
                </a:lnTo>
                <a:lnTo>
                  <a:pt x="1579564" y="304175"/>
                </a:lnTo>
                <a:lnTo>
                  <a:pt x="1568828" y="247355"/>
                </a:lnTo>
                <a:lnTo>
                  <a:pt x="1559852" y="188333"/>
                </a:lnTo>
                <a:lnTo>
                  <a:pt x="1552714" y="127304"/>
                </a:lnTo>
                <a:lnTo>
                  <a:pt x="1547496" y="64461"/>
                </a:lnTo>
                <a:lnTo>
                  <a:pt x="1544277" y="0"/>
                </a:lnTo>
                <a:close/>
              </a:path>
            </a:pathLst>
          </a:custGeom>
          <a:solidFill>
            <a:srgbClr val="C99C7B">
              <a:alpha val="19999"/>
            </a:srgbClr>
          </a:solidFill>
        </p:spPr>
        <p:txBody>
          <a:bodyPr wrap="square" lIns="0" tIns="0" rIns="0" bIns="0" rtlCol="0"/>
          <a:lstStyle/>
          <a:p>
            <a:endParaRPr/>
          </a:p>
        </p:txBody>
      </p:sp>
      <p:sp>
        <p:nvSpPr>
          <p:cNvPr id="38" name="object 38"/>
          <p:cNvSpPr/>
          <p:nvPr/>
        </p:nvSpPr>
        <p:spPr>
          <a:xfrm>
            <a:off x="17274336" y="175466"/>
            <a:ext cx="1788795" cy="1167130"/>
          </a:xfrm>
          <a:custGeom>
            <a:avLst/>
            <a:gdLst/>
            <a:ahLst/>
            <a:cxnLst/>
            <a:rect l="l" t="t" r="r" b="b"/>
            <a:pathLst>
              <a:path w="1788794" h="1167130">
                <a:moveTo>
                  <a:pt x="1788175" y="0"/>
                </a:moveTo>
                <a:lnTo>
                  <a:pt x="1750046" y="28985"/>
                </a:lnTo>
                <a:lnTo>
                  <a:pt x="1713037" y="59324"/>
                </a:lnTo>
                <a:lnTo>
                  <a:pt x="1677184" y="90981"/>
                </a:lnTo>
                <a:lnTo>
                  <a:pt x="1642524" y="123918"/>
                </a:lnTo>
                <a:lnTo>
                  <a:pt x="1609095" y="158098"/>
                </a:lnTo>
                <a:lnTo>
                  <a:pt x="1576933" y="193486"/>
                </a:lnTo>
                <a:lnTo>
                  <a:pt x="1546075" y="230043"/>
                </a:lnTo>
                <a:lnTo>
                  <a:pt x="1516556" y="267734"/>
                </a:lnTo>
                <a:lnTo>
                  <a:pt x="1488416" y="306522"/>
                </a:lnTo>
                <a:lnTo>
                  <a:pt x="1461688" y="346369"/>
                </a:lnTo>
                <a:lnTo>
                  <a:pt x="1436412" y="387239"/>
                </a:lnTo>
                <a:lnTo>
                  <a:pt x="1412623" y="429095"/>
                </a:lnTo>
                <a:lnTo>
                  <a:pt x="1390358" y="471901"/>
                </a:lnTo>
                <a:lnTo>
                  <a:pt x="1369654" y="515619"/>
                </a:lnTo>
                <a:lnTo>
                  <a:pt x="1350547" y="560212"/>
                </a:lnTo>
                <a:lnTo>
                  <a:pt x="1333075" y="605645"/>
                </a:lnTo>
                <a:lnTo>
                  <a:pt x="1317273" y="651880"/>
                </a:lnTo>
                <a:lnTo>
                  <a:pt x="1303180" y="698881"/>
                </a:lnTo>
                <a:lnTo>
                  <a:pt x="1290831" y="746609"/>
                </a:lnTo>
                <a:lnTo>
                  <a:pt x="1280264" y="795030"/>
                </a:lnTo>
                <a:lnTo>
                  <a:pt x="1271514" y="844106"/>
                </a:lnTo>
                <a:lnTo>
                  <a:pt x="1264619" y="893800"/>
                </a:lnTo>
                <a:lnTo>
                  <a:pt x="1259616" y="944075"/>
                </a:lnTo>
                <a:lnTo>
                  <a:pt x="1020817" y="944075"/>
                </a:lnTo>
                <a:lnTo>
                  <a:pt x="1020817" y="342146"/>
                </a:lnTo>
                <a:lnTo>
                  <a:pt x="766332" y="342146"/>
                </a:lnTo>
                <a:lnTo>
                  <a:pt x="766332" y="944075"/>
                </a:lnTo>
                <a:lnTo>
                  <a:pt x="528580" y="944075"/>
                </a:lnTo>
                <a:lnTo>
                  <a:pt x="523573" y="893800"/>
                </a:lnTo>
                <a:lnTo>
                  <a:pt x="516675" y="844106"/>
                </a:lnTo>
                <a:lnTo>
                  <a:pt x="507923" y="795030"/>
                </a:lnTo>
                <a:lnTo>
                  <a:pt x="497353" y="746609"/>
                </a:lnTo>
                <a:lnTo>
                  <a:pt x="485002" y="698881"/>
                </a:lnTo>
                <a:lnTo>
                  <a:pt x="470907" y="651880"/>
                </a:lnTo>
                <a:lnTo>
                  <a:pt x="455105" y="605645"/>
                </a:lnTo>
                <a:lnTo>
                  <a:pt x="437632" y="560212"/>
                </a:lnTo>
                <a:lnTo>
                  <a:pt x="418524" y="515619"/>
                </a:lnTo>
                <a:lnTo>
                  <a:pt x="397820" y="471901"/>
                </a:lnTo>
                <a:lnTo>
                  <a:pt x="375555" y="429095"/>
                </a:lnTo>
                <a:lnTo>
                  <a:pt x="351766" y="387239"/>
                </a:lnTo>
                <a:lnTo>
                  <a:pt x="326489" y="346369"/>
                </a:lnTo>
                <a:lnTo>
                  <a:pt x="299762" y="306522"/>
                </a:lnTo>
                <a:lnTo>
                  <a:pt x="271621" y="267734"/>
                </a:lnTo>
                <a:lnTo>
                  <a:pt x="242103" y="230043"/>
                </a:lnTo>
                <a:lnTo>
                  <a:pt x="211245" y="193486"/>
                </a:lnTo>
                <a:lnTo>
                  <a:pt x="179083" y="158098"/>
                </a:lnTo>
                <a:lnTo>
                  <a:pt x="145654" y="123918"/>
                </a:lnTo>
                <a:lnTo>
                  <a:pt x="110994" y="90981"/>
                </a:lnTo>
                <a:lnTo>
                  <a:pt x="75140" y="59324"/>
                </a:lnTo>
                <a:lnTo>
                  <a:pt x="38130" y="28985"/>
                </a:lnTo>
                <a:lnTo>
                  <a:pt x="0" y="0"/>
                </a:lnTo>
                <a:lnTo>
                  <a:pt x="0" y="429892"/>
                </a:lnTo>
                <a:lnTo>
                  <a:pt x="22135" y="458457"/>
                </a:lnTo>
                <a:lnTo>
                  <a:pt x="46060" y="482596"/>
                </a:lnTo>
                <a:lnTo>
                  <a:pt x="69026" y="510876"/>
                </a:lnTo>
                <a:lnTo>
                  <a:pt x="90952" y="543104"/>
                </a:lnTo>
                <a:lnTo>
                  <a:pt x="111760" y="579086"/>
                </a:lnTo>
                <a:lnTo>
                  <a:pt x="131368" y="618626"/>
                </a:lnTo>
                <a:lnTo>
                  <a:pt x="149697" y="661530"/>
                </a:lnTo>
                <a:lnTo>
                  <a:pt x="166668" y="707606"/>
                </a:lnTo>
                <a:lnTo>
                  <a:pt x="182200" y="756657"/>
                </a:lnTo>
                <a:lnTo>
                  <a:pt x="196213" y="808491"/>
                </a:lnTo>
                <a:lnTo>
                  <a:pt x="208628" y="862913"/>
                </a:lnTo>
                <a:lnTo>
                  <a:pt x="219364" y="919728"/>
                </a:lnTo>
                <a:lnTo>
                  <a:pt x="228342" y="978743"/>
                </a:lnTo>
                <a:lnTo>
                  <a:pt x="235483" y="1039763"/>
                </a:lnTo>
                <a:lnTo>
                  <a:pt x="240705" y="1102594"/>
                </a:lnTo>
                <a:lnTo>
                  <a:pt x="243929" y="1167042"/>
                </a:lnTo>
                <a:lnTo>
                  <a:pt x="1551031" y="1167042"/>
                </a:lnTo>
                <a:lnTo>
                  <a:pt x="1554233" y="1102871"/>
                </a:lnTo>
                <a:lnTo>
                  <a:pt x="1559417" y="1040304"/>
                </a:lnTo>
                <a:lnTo>
                  <a:pt x="1566502" y="979533"/>
                </a:lnTo>
                <a:lnTo>
                  <a:pt x="1575411" y="920748"/>
                </a:lnTo>
                <a:lnTo>
                  <a:pt x="1586064" y="864142"/>
                </a:lnTo>
                <a:lnTo>
                  <a:pt x="1598383" y="809906"/>
                </a:lnTo>
                <a:lnTo>
                  <a:pt x="1612288" y="758230"/>
                </a:lnTo>
                <a:lnTo>
                  <a:pt x="1627701" y="709308"/>
                </a:lnTo>
                <a:lnTo>
                  <a:pt x="1644542" y="663329"/>
                </a:lnTo>
                <a:lnTo>
                  <a:pt x="1662732" y="620485"/>
                </a:lnTo>
                <a:lnTo>
                  <a:pt x="1682194" y="580967"/>
                </a:lnTo>
                <a:lnTo>
                  <a:pt x="1702847" y="544968"/>
                </a:lnTo>
                <a:lnTo>
                  <a:pt x="1724613" y="512678"/>
                </a:lnTo>
                <a:lnTo>
                  <a:pt x="1747412" y="484288"/>
                </a:lnTo>
                <a:lnTo>
                  <a:pt x="1757270" y="470444"/>
                </a:lnTo>
                <a:lnTo>
                  <a:pt x="1767334" y="456745"/>
                </a:lnTo>
                <a:lnTo>
                  <a:pt x="1777629" y="443218"/>
                </a:lnTo>
                <a:lnTo>
                  <a:pt x="1788175" y="429892"/>
                </a:lnTo>
                <a:lnTo>
                  <a:pt x="1788175" y="0"/>
                </a:lnTo>
                <a:close/>
              </a:path>
            </a:pathLst>
          </a:custGeom>
          <a:solidFill>
            <a:srgbClr val="C99C7B">
              <a:alpha val="19999"/>
            </a:srgbClr>
          </a:solidFill>
        </p:spPr>
        <p:txBody>
          <a:bodyPr wrap="square" lIns="0" tIns="0" rIns="0" bIns="0" rtlCol="0"/>
          <a:lstStyle/>
          <a:p>
            <a:endParaRPr/>
          </a:p>
        </p:txBody>
      </p:sp>
      <p:sp>
        <p:nvSpPr>
          <p:cNvPr id="39" name="object 39"/>
          <p:cNvSpPr/>
          <p:nvPr/>
        </p:nvSpPr>
        <p:spPr>
          <a:xfrm>
            <a:off x="16198459" y="10942075"/>
            <a:ext cx="3811904" cy="367030"/>
          </a:xfrm>
          <a:custGeom>
            <a:avLst/>
            <a:gdLst/>
            <a:ahLst/>
            <a:cxnLst/>
            <a:rect l="l" t="t" r="r" b="b"/>
            <a:pathLst>
              <a:path w="3811905" h="367029">
                <a:moveTo>
                  <a:pt x="3544813" y="0"/>
                </a:moveTo>
                <a:lnTo>
                  <a:pt x="266588" y="0"/>
                </a:lnTo>
                <a:lnTo>
                  <a:pt x="218669" y="4295"/>
                </a:lnTo>
                <a:lnTo>
                  <a:pt x="173568" y="16678"/>
                </a:lnTo>
                <a:lnTo>
                  <a:pt x="132037" y="36397"/>
                </a:lnTo>
                <a:lnTo>
                  <a:pt x="94829" y="62698"/>
                </a:lnTo>
                <a:lnTo>
                  <a:pt x="62698" y="94829"/>
                </a:lnTo>
                <a:lnTo>
                  <a:pt x="36397" y="132037"/>
                </a:lnTo>
                <a:lnTo>
                  <a:pt x="16678" y="173568"/>
                </a:lnTo>
                <a:lnTo>
                  <a:pt x="4295" y="218669"/>
                </a:lnTo>
                <a:lnTo>
                  <a:pt x="1" y="266576"/>
                </a:lnTo>
                <a:lnTo>
                  <a:pt x="0" y="366480"/>
                </a:lnTo>
                <a:lnTo>
                  <a:pt x="3811401" y="366480"/>
                </a:lnTo>
                <a:lnTo>
                  <a:pt x="3811401" y="266576"/>
                </a:lnTo>
                <a:lnTo>
                  <a:pt x="3807107" y="218669"/>
                </a:lnTo>
                <a:lnTo>
                  <a:pt x="3794723" y="173568"/>
                </a:lnTo>
                <a:lnTo>
                  <a:pt x="3775004" y="132037"/>
                </a:lnTo>
                <a:lnTo>
                  <a:pt x="3748703" y="94829"/>
                </a:lnTo>
                <a:lnTo>
                  <a:pt x="3716572" y="62698"/>
                </a:lnTo>
                <a:lnTo>
                  <a:pt x="3679365" y="36397"/>
                </a:lnTo>
                <a:lnTo>
                  <a:pt x="3637834" y="16678"/>
                </a:lnTo>
                <a:lnTo>
                  <a:pt x="3592732" y="4295"/>
                </a:lnTo>
                <a:lnTo>
                  <a:pt x="3544813" y="0"/>
                </a:lnTo>
                <a:close/>
              </a:path>
            </a:pathLst>
          </a:custGeom>
          <a:solidFill>
            <a:srgbClr val="006969">
              <a:alpha val="89999"/>
            </a:srgbClr>
          </a:solidFill>
        </p:spPr>
        <p:txBody>
          <a:bodyPr wrap="square" lIns="0" tIns="0" rIns="0" bIns="0" rtlCol="0"/>
          <a:lstStyle/>
          <a:p>
            <a:endParaRPr/>
          </a:p>
        </p:txBody>
      </p:sp>
      <p:pic>
        <p:nvPicPr>
          <p:cNvPr id="2052" name="Picture 4" descr="Botafogo Logo PNG Transparent &amp; SVG Vector - Freebie Supply">
            <a:extLst>
              <a:ext uri="{FF2B5EF4-FFF2-40B4-BE49-F238E27FC236}">
                <a16:creationId xmlns:a16="http://schemas.microsoft.com/office/drawing/2014/main" id="{F9607AD1-49B9-E755-DBE0-F127ACE946B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429811" y="8581515"/>
            <a:ext cx="1511188" cy="1681878"/>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4">
            <a:extLst>
              <a:ext uri="{FF2B5EF4-FFF2-40B4-BE49-F238E27FC236}">
                <a16:creationId xmlns:a16="http://schemas.microsoft.com/office/drawing/2014/main" id="{F49019DD-586F-4092-1452-DD9D6523B0D9}"/>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40" name="Espaço Reservado para Número de Slide 39">
            <a:extLst>
              <a:ext uri="{FF2B5EF4-FFF2-40B4-BE49-F238E27FC236}">
                <a16:creationId xmlns:a16="http://schemas.microsoft.com/office/drawing/2014/main" id="{CF391081-F211-A754-1EFB-8E2EA52B4041}"/>
              </a:ext>
            </a:extLst>
          </p:cNvPr>
          <p:cNvSpPr>
            <a:spLocks noGrp="1"/>
          </p:cNvSpPr>
          <p:nvPr>
            <p:ph type="sldNum" sz="quarter" idx="7"/>
          </p:nvPr>
        </p:nvSpPr>
        <p:spPr>
          <a:xfrm>
            <a:off x="15029307" y="10988675"/>
            <a:ext cx="4623943" cy="215444"/>
          </a:xfrm>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7</a:t>
            </a:fld>
            <a:endParaRPr lang="en-US" sz="1400" dirty="0">
              <a:solidFill>
                <a:schemeClr val="bg1"/>
              </a:solidFill>
              <a:latin typeface="Futura Lt BT" panose="020B0402020204020303" pitchFamily="34" charset="0"/>
            </a:endParaRPr>
          </a:p>
        </p:txBody>
      </p:sp>
      <p:pic>
        <p:nvPicPr>
          <p:cNvPr id="2050" name="Picture 2" descr="Direct One - Endeavor Brasil">
            <a:extLst>
              <a:ext uri="{FF2B5EF4-FFF2-40B4-BE49-F238E27FC236}">
                <a16:creationId xmlns:a16="http://schemas.microsoft.com/office/drawing/2014/main" id="{B17C7B7B-2C97-457D-597D-544FF7DE4D7B}"/>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r="46305"/>
          <a:stretch/>
        </p:blipFill>
        <p:spPr bwMode="auto">
          <a:xfrm>
            <a:off x="4246655" y="2310821"/>
            <a:ext cx="1996021" cy="11874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KISABOR - Seu dia com mais sabor | Jundiaí SP">
            <a:extLst>
              <a:ext uri="{FF2B5EF4-FFF2-40B4-BE49-F238E27FC236}">
                <a16:creationId xmlns:a16="http://schemas.microsoft.com/office/drawing/2014/main" id="{FD5A49D5-C38F-F815-D88C-5F6B699B574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76257" y="823804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0447714" y="5244593"/>
            <a:ext cx="10424736" cy="1401666"/>
          </a:xfrm>
          <a:prstGeom prst="rect">
            <a:avLst/>
          </a:prstGeom>
        </p:spPr>
        <p:txBody>
          <a:bodyPr vert="horz" wrap="square" lIns="0" tIns="217170" rIns="0" bIns="0" rtlCol="0">
            <a:spAutoFit/>
          </a:bodyPr>
          <a:lstStyle/>
          <a:p>
            <a:pPr marL="253365">
              <a:lnSpc>
                <a:spcPct val="100000"/>
              </a:lnSpc>
              <a:spcBef>
                <a:spcPts val="1710"/>
              </a:spcBef>
            </a:pPr>
            <a:r>
              <a:rPr sz="4800" dirty="0">
                <a:solidFill>
                  <a:srgbClr val="F3FFCC"/>
                </a:solidFill>
                <a:latin typeface="Futura Lt BT Light"/>
              </a:rPr>
              <a:t>ENTENDIMENTO</a:t>
            </a:r>
            <a:r>
              <a:rPr sz="4800" spc="-95" dirty="0">
                <a:solidFill>
                  <a:srgbClr val="F3FFCC"/>
                </a:solidFill>
                <a:latin typeface="Futura Lt BT Light"/>
              </a:rPr>
              <a:t> </a:t>
            </a:r>
            <a:r>
              <a:rPr sz="4800" dirty="0">
                <a:solidFill>
                  <a:srgbClr val="F3FFCC"/>
                </a:solidFill>
                <a:latin typeface="Futura Lt BT Light"/>
              </a:rPr>
              <a:t>DA</a:t>
            </a:r>
            <a:r>
              <a:rPr sz="4800" spc="-95" dirty="0">
                <a:solidFill>
                  <a:srgbClr val="F3FFCC"/>
                </a:solidFill>
                <a:latin typeface="Futura Lt BT Light"/>
              </a:rPr>
              <a:t> </a:t>
            </a:r>
            <a:r>
              <a:rPr sz="4800" spc="-10" dirty="0">
                <a:solidFill>
                  <a:srgbClr val="F3FFCC"/>
                </a:solidFill>
                <a:latin typeface="Futura Lt BT Light"/>
              </a:rPr>
              <a:t>SITUAÇÃO</a:t>
            </a:r>
            <a:endParaRPr sz="4800" dirty="0">
              <a:latin typeface="Futura Lt BT Light"/>
            </a:endParaRPr>
          </a:p>
          <a:p>
            <a:pPr marL="12700">
              <a:lnSpc>
                <a:spcPct val="100000"/>
              </a:lnSpc>
              <a:spcBef>
                <a:spcPts val="700"/>
              </a:spcBef>
            </a:pPr>
            <a:r>
              <a:rPr sz="2000" dirty="0">
                <a:solidFill>
                  <a:srgbClr val="F3FFCC"/>
                </a:solidFill>
                <a:latin typeface="Futura Lt BT Light"/>
              </a:rPr>
              <a:t>ALINHAMENTO</a:t>
            </a:r>
            <a:r>
              <a:rPr sz="2000" spc="-40" dirty="0">
                <a:solidFill>
                  <a:srgbClr val="F3FFCC"/>
                </a:solidFill>
                <a:latin typeface="Futura Lt BT Light"/>
              </a:rPr>
              <a:t> </a:t>
            </a:r>
            <a:r>
              <a:rPr sz="2000" dirty="0">
                <a:solidFill>
                  <a:srgbClr val="F3FFCC"/>
                </a:solidFill>
                <a:latin typeface="Futura Lt BT Light"/>
              </a:rPr>
              <a:t>DO</a:t>
            </a:r>
            <a:r>
              <a:rPr sz="2000" spc="-35" dirty="0">
                <a:solidFill>
                  <a:srgbClr val="F3FFCC"/>
                </a:solidFill>
                <a:latin typeface="Futura Lt BT Light"/>
              </a:rPr>
              <a:t> </a:t>
            </a:r>
            <a:r>
              <a:rPr sz="2000" dirty="0">
                <a:solidFill>
                  <a:srgbClr val="F3FFCC"/>
                </a:solidFill>
                <a:latin typeface="Futura Lt BT Light"/>
              </a:rPr>
              <a:t>CONTEXTO</a:t>
            </a:r>
            <a:r>
              <a:rPr sz="2000" spc="-35" dirty="0">
                <a:solidFill>
                  <a:srgbClr val="F3FFCC"/>
                </a:solidFill>
                <a:latin typeface="Futura Lt BT Light"/>
              </a:rPr>
              <a:t> </a:t>
            </a:r>
            <a:r>
              <a:rPr sz="2000" dirty="0">
                <a:solidFill>
                  <a:srgbClr val="F3FFCC"/>
                </a:solidFill>
                <a:latin typeface="Futura Lt BT Light"/>
              </a:rPr>
              <a:t>ORGANIZACIONAL,</a:t>
            </a:r>
            <a:r>
              <a:rPr sz="2000" spc="-40" dirty="0">
                <a:solidFill>
                  <a:srgbClr val="F3FFCC"/>
                </a:solidFill>
                <a:latin typeface="Futura Lt BT Light"/>
              </a:rPr>
              <a:t> </a:t>
            </a:r>
            <a:r>
              <a:rPr sz="2000" dirty="0">
                <a:solidFill>
                  <a:srgbClr val="F3FFCC"/>
                </a:solidFill>
                <a:latin typeface="Futura Lt BT Light"/>
              </a:rPr>
              <a:t>OBJETIVOS</a:t>
            </a:r>
            <a:r>
              <a:rPr sz="2000" spc="-35" dirty="0">
                <a:solidFill>
                  <a:srgbClr val="F3FFCC"/>
                </a:solidFill>
                <a:latin typeface="Futura Lt BT Light"/>
              </a:rPr>
              <a:t> </a:t>
            </a:r>
            <a:r>
              <a:rPr sz="2000" dirty="0">
                <a:solidFill>
                  <a:srgbClr val="F3FFCC"/>
                </a:solidFill>
                <a:latin typeface="Futura Lt BT Light"/>
              </a:rPr>
              <a:t>E</a:t>
            </a:r>
            <a:r>
              <a:rPr sz="2000" spc="-35" dirty="0">
                <a:solidFill>
                  <a:srgbClr val="F3FFCC"/>
                </a:solidFill>
                <a:latin typeface="Futura Lt BT Light"/>
              </a:rPr>
              <a:t> </a:t>
            </a:r>
            <a:r>
              <a:rPr sz="2000" spc="-10" dirty="0">
                <a:solidFill>
                  <a:srgbClr val="F3FFCC"/>
                </a:solidFill>
                <a:latin typeface="Futura Lt BT Light"/>
              </a:rPr>
              <a:t>DESAFIOS</a:t>
            </a:r>
            <a:endParaRPr sz="2000" dirty="0">
              <a:latin typeface="Futura Lt BT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 name="Retângulo 50">
            <a:extLst>
              <a:ext uri="{FF2B5EF4-FFF2-40B4-BE49-F238E27FC236}">
                <a16:creationId xmlns:a16="http://schemas.microsoft.com/office/drawing/2014/main" id="{BEA0431D-9E49-37D7-D1A6-3BC29D9AABDF}"/>
              </a:ext>
            </a:extLst>
          </p:cNvPr>
          <p:cNvSpPr/>
          <p:nvPr/>
        </p:nvSpPr>
        <p:spPr>
          <a:xfrm>
            <a:off x="1" y="0"/>
            <a:ext cx="9594850" cy="11309350"/>
          </a:xfrm>
          <a:prstGeom prst="rect">
            <a:avLst/>
          </a:prstGeom>
          <a:solidFill>
            <a:srgbClr val="D9D9D9">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dirty="0"/>
          </a:p>
        </p:txBody>
      </p:sp>
      <p:sp>
        <p:nvSpPr>
          <p:cNvPr id="38" name="object 2">
            <a:extLst>
              <a:ext uri="{FF2B5EF4-FFF2-40B4-BE49-F238E27FC236}">
                <a16:creationId xmlns:a16="http://schemas.microsoft.com/office/drawing/2014/main" id="{1A26B2C2-F167-ED9C-86FA-73B389206303}"/>
              </a:ext>
            </a:extLst>
          </p:cNvPr>
          <p:cNvSpPr txBox="1">
            <a:spLocks/>
          </p:cNvSpPr>
          <p:nvPr/>
        </p:nvSpPr>
        <p:spPr>
          <a:xfrm>
            <a:off x="670003" y="743432"/>
            <a:ext cx="6105447" cy="773930"/>
          </a:xfrm>
          <a:prstGeom prst="rect">
            <a:avLst/>
          </a:prstGeom>
        </p:spPr>
        <p:txBody>
          <a:bodyPr vert="horz" wrap="square" lIns="0" tIns="12065" rIns="0" bIns="0" rtlCol="0">
            <a:spAutoFit/>
          </a:bodyPr>
          <a:lstStyle>
            <a:lvl1pPr>
              <a:defRPr sz="4950" b="0" i="0">
                <a:solidFill>
                  <a:srgbClr val="006969"/>
                </a:solidFill>
                <a:latin typeface="Futura PT Book"/>
                <a:ea typeface="+mj-ea"/>
                <a:cs typeface="Futura PT Book"/>
              </a:defRPr>
            </a:lvl1pPr>
          </a:lstStyle>
          <a:p>
            <a:pPr marL="158750">
              <a:spcBef>
                <a:spcPts val="95"/>
              </a:spcBef>
            </a:pPr>
            <a:r>
              <a:t>{{NOME_CLIENTE}}</a:t>
            </a:r>
            <a:endParaRPr lang="es-419" spc="-10" dirty="0">
              <a:latin typeface="Futura Lt BT Light"/>
            </a:endParaRPr>
          </a:p>
        </p:txBody>
      </p:sp>
      <p:sp>
        <p:nvSpPr>
          <p:cNvPr id="39" name="object 4">
            <a:extLst>
              <a:ext uri="{FF2B5EF4-FFF2-40B4-BE49-F238E27FC236}">
                <a16:creationId xmlns:a16="http://schemas.microsoft.com/office/drawing/2014/main" id="{C54FBAE7-1D78-F5CE-47B3-2097A10C0D6B}"/>
              </a:ext>
            </a:extLst>
          </p:cNvPr>
          <p:cNvSpPr txBox="1"/>
          <p:nvPr/>
        </p:nvSpPr>
        <p:spPr>
          <a:xfrm>
            <a:off x="453767" y="1794767"/>
            <a:ext cx="8561964" cy="499176"/>
          </a:xfrm>
          <a:prstGeom prst="rect">
            <a:avLst/>
          </a:prstGeom>
        </p:spPr>
        <p:txBody>
          <a:bodyPr vert="horz" wrap="square" lIns="0" tIns="15240" rIns="0" bIns="0" rtlCol="0">
            <a:spAutoFit/>
          </a:bodyPr>
          <a:lstStyle/>
          <a:p>
            <a:pPr marL="12700" marR="5080" algn="just">
              <a:lnSpc>
                <a:spcPct val="150000"/>
              </a:lnSpc>
              <a:spcBef>
                <a:spcPts val="600"/>
              </a:spcBef>
              <a:spcAft>
                <a:spcPts val="600"/>
              </a:spcAft>
            </a:pPr>
            <a:r>
              <a:rPr sz="2400" dirty="0">
                <a:latin typeface="Futura Lt BT Light"/>
                <a:ea typeface="Calibri" panose="020F0502020204030204" pitchFamily="34" charset="0"/>
              </a:rPr>
              <a:t>{{TEXTO_CONTEXTO}}</a:t>
            </a:r>
          </a:p>
        </p:txBody>
      </p:sp>
      <p:sp>
        <p:nvSpPr>
          <p:cNvPr id="40" name="object 3">
            <a:extLst>
              <a:ext uri="{FF2B5EF4-FFF2-40B4-BE49-F238E27FC236}">
                <a16:creationId xmlns:a16="http://schemas.microsoft.com/office/drawing/2014/main" id="{4819328C-93B4-25AF-8719-A054D748EC74}"/>
              </a:ext>
            </a:extLst>
          </p:cNvPr>
          <p:cNvSpPr/>
          <p:nvPr/>
        </p:nvSpPr>
        <p:spPr>
          <a:xfrm>
            <a:off x="492130" y="743432"/>
            <a:ext cx="45719"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44" name="object 8">
            <a:extLst>
              <a:ext uri="{FF2B5EF4-FFF2-40B4-BE49-F238E27FC236}">
                <a16:creationId xmlns:a16="http://schemas.microsoft.com/office/drawing/2014/main" id="{A5CC9DF5-448A-B5D0-BD56-167833EE01C5}"/>
              </a:ext>
            </a:extLst>
          </p:cNvPr>
          <p:cNvSpPr/>
          <p:nvPr/>
        </p:nvSpPr>
        <p:spPr>
          <a:xfrm>
            <a:off x="8764130" y="10596536"/>
            <a:ext cx="10460990" cy="94615"/>
          </a:xfrm>
          <a:custGeom>
            <a:avLst/>
            <a:gdLst/>
            <a:ahLst/>
            <a:cxnLst/>
            <a:rect l="l" t="t" r="r" b="b"/>
            <a:pathLst>
              <a:path w="10460990" h="94615">
                <a:moveTo>
                  <a:pt x="10460414" y="0"/>
                </a:moveTo>
                <a:lnTo>
                  <a:pt x="0" y="0"/>
                </a:lnTo>
                <a:lnTo>
                  <a:pt x="0" y="94237"/>
                </a:lnTo>
                <a:lnTo>
                  <a:pt x="10460414" y="94237"/>
                </a:lnTo>
                <a:lnTo>
                  <a:pt x="10460414" y="0"/>
                </a:lnTo>
                <a:close/>
              </a:path>
            </a:pathLst>
          </a:custGeom>
          <a:solidFill>
            <a:srgbClr val="006969"/>
          </a:solidFill>
        </p:spPr>
        <p:txBody>
          <a:bodyPr wrap="square" lIns="0" tIns="0" rIns="0" bIns="0" rtlCol="0"/>
          <a:lstStyle/>
          <a:p>
            <a:endParaRPr/>
          </a:p>
        </p:txBody>
      </p:sp>
      <p:sp>
        <p:nvSpPr>
          <p:cNvPr id="45" name="object 9">
            <a:extLst>
              <a:ext uri="{FF2B5EF4-FFF2-40B4-BE49-F238E27FC236}">
                <a16:creationId xmlns:a16="http://schemas.microsoft.com/office/drawing/2014/main" id="{329AAA0C-041E-9079-F82F-6DB65E2F45F9}"/>
              </a:ext>
            </a:extLst>
          </p:cNvPr>
          <p:cNvSpPr/>
          <p:nvPr/>
        </p:nvSpPr>
        <p:spPr>
          <a:xfrm>
            <a:off x="10879249" y="10366177"/>
            <a:ext cx="6042025" cy="94615"/>
          </a:xfrm>
          <a:custGeom>
            <a:avLst/>
            <a:gdLst/>
            <a:ahLst/>
            <a:cxnLst/>
            <a:rect l="l" t="t" r="r" b="b"/>
            <a:pathLst>
              <a:path w="6042025" h="94615">
                <a:moveTo>
                  <a:pt x="6041700" y="0"/>
                </a:moveTo>
                <a:lnTo>
                  <a:pt x="0" y="0"/>
                </a:lnTo>
                <a:lnTo>
                  <a:pt x="0" y="94237"/>
                </a:lnTo>
                <a:lnTo>
                  <a:pt x="6041700" y="94237"/>
                </a:lnTo>
                <a:lnTo>
                  <a:pt x="6041700" y="0"/>
                </a:lnTo>
                <a:close/>
              </a:path>
            </a:pathLst>
          </a:custGeom>
          <a:solidFill>
            <a:srgbClr val="C69A78">
              <a:alpha val="89999"/>
            </a:srgbClr>
          </a:solidFill>
        </p:spPr>
        <p:txBody>
          <a:bodyPr wrap="square" lIns="0" tIns="0" rIns="0" bIns="0" rtlCol="0"/>
          <a:lstStyle/>
          <a:p>
            <a:endParaRPr/>
          </a:p>
        </p:txBody>
      </p:sp>
      <p:sp>
        <p:nvSpPr>
          <p:cNvPr id="46" name="object 10">
            <a:extLst>
              <a:ext uri="{FF2B5EF4-FFF2-40B4-BE49-F238E27FC236}">
                <a16:creationId xmlns:a16="http://schemas.microsoft.com/office/drawing/2014/main" id="{D29F4ECD-5755-136F-4FF6-4D9BD827CCE2}"/>
              </a:ext>
            </a:extLst>
          </p:cNvPr>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a:p>
        </p:txBody>
      </p:sp>
      <p:sp>
        <p:nvSpPr>
          <p:cNvPr id="49" name="object 13">
            <a:extLst>
              <a:ext uri="{FF2B5EF4-FFF2-40B4-BE49-F238E27FC236}">
                <a16:creationId xmlns:a16="http://schemas.microsoft.com/office/drawing/2014/main" id="{70C00E7C-945D-65FE-0FED-E2B096DCF1AB}"/>
              </a:ext>
            </a:extLst>
          </p:cNvPr>
          <p:cNvSpPr/>
          <p:nvPr/>
        </p:nvSpPr>
        <p:spPr>
          <a:xfrm>
            <a:off x="17127745" y="9167672"/>
            <a:ext cx="1788795" cy="1167130"/>
          </a:xfrm>
          <a:custGeom>
            <a:avLst/>
            <a:gdLst/>
            <a:ahLst/>
            <a:cxnLst/>
            <a:rect l="l" t="t" r="r" b="b"/>
            <a:pathLst>
              <a:path w="1788794" h="1167129">
                <a:moveTo>
                  <a:pt x="1544277" y="0"/>
                </a:moveTo>
                <a:lnTo>
                  <a:pt x="237176" y="0"/>
                </a:lnTo>
                <a:lnTo>
                  <a:pt x="233969" y="64181"/>
                </a:lnTo>
                <a:lnTo>
                  <a:pt x="228782" y="126755"/>
                </a:lnTo>
                <a:lnTo>
                  <a:pt x="221694" y="187532"/>
                </a:lnTo>
                <a:lnTo>
                  <a:pt x="212782" y="246319"/>
                </a:lnTo>
                <a:lnTo>
                  <a:pt x="202127" y="302927"/>
                </a:lnTo>
                <a:lnTo>
                  <a:pt x="189808" y="357163"/>
                </a:lnTo>
                <a:lnTo>
                  <a:pt x="175903" y="408838"/>
                </a:lnTo>
                <a:lnTo>
                  <a:pt x="160490" y="457759"/>
                </a:lnTo>
                <a:lnTo>
                  <a:pt x="143650" y="503737"/>
                </a:lnTo>
                <a:lnTo>
                  <a:pt x="125461" y="546579"/>
                </a:lnTo>
                <a:lnTo>
                  <a:pt x="106002" y="586095"/>
                </a:lnTo>
                <a:lnTo>
                  <a:pt x="85352" y="622093"/>
                </a:lnTo>
                <a:lnTo>
                  <a:pt x="63590" y="654384"/>
                </a:lnTo>
                <a:lnTo>
                  <a:pt x="40794" y="682775"/>
                </a:lnTo>
                <a:lnTo>
                  <a:pt x="30924" y="696622"/>
                </a:lnTo>
                <a:lnTo>
                  <a:pt x="20852" y="710327"/>
                </a:lnTo>
                <a:lnTo>
                  <a:pt x="10553" y="723858"/>
                </a:lnTo>
                <a:lnTo>
                  <a:pt x="0" y="737181"/>
                </a:lnTo>
                <a:lnTo>
                  <a:pt x="0" y="1167095"/>
                </a:lnTo>
                <a:lnTo>
                  <a:pt x="38130" y="1138103"/>
                </a:lnTo>
                <a:lnTo>
                  <a:pt x="75140" y="1107757"/>
                </a:lnTo>
                <a:lnTo>
                  <a:pt x="110994" y="1076095"/>
                </a:lnTo>
                <a:lnTo>
                  <a:pt x="145654" y="1043152"/>
                </a:lnTo>
                <a:lnTo>
                  <a:pt x="179083" y="1008967"/>
                </a:lnTo>
                <a:lnTo>
                  <a:pt x="211245" y="973574"/>
                </a:lnTo>
                <a:lnTo>
                  <a:pt x="242103" y="937012"/>
                </a:lnTo>
                <a:lnTo>
                  <a:pt x="271621" y="899317"/>
                </a:lnTo>
                <a:lnTo>
                  <a:pt x="299762" y="860526"/>
                </a:lnTo>
                <a:lnTo>
                  <a:pt x="326489" y="820676"/>
                </a:lnTo>
                <a:lnTo>
                  <a:pt x="351766" y="779803"/>
                </a:lnTo>
                <a:lnTo>
                  <a:pt x="375555" y="737945"/>
                </a:lnTo>
                <a:lnTo>
                  <a:pt x="397820" y="695137"/>
                </a:lnTo>
                <a:lnTo>
                  <a:pt x="418524" y="651417"/>
                </a:lnTo>
                <a:lnTo>
                  <a:pt x="437632" y="606822"/>
                </a:lnTo>
                <a:lnTo>
                  <a:pt x="455105" y="561389"/>
                </a:lnTo>
                <a:lnTo>
                  <a:pt x="470907" y="515154"/>
                </a:lnTo>
                <a:lnTo>
                  <a:pt x="485002" y="468154"/>
                </a:lnTo>
                <a:lnTo>
                  <a:pt x="497353" y="420425"/>
                </a:lnTo>
                <a:lnTo>
                  <a:pt x="507923" y="372006"/>
                </a:lnTo>
                <a:lnTo>
                  <a:pt x="516675" y="322931"/>
                </a:lnTo>
                <a:lnTo>
                  <a:pt x="523573" y="273239"/>
                </a:lnTo>
                <a:lnTo>
                  <a:pt x="528580" y="222967"/>
                </a:lnTo>
                <a:lnTo>
                  <a:pt x="767369" y="222967"/>
                </a:lnTo>
                <a:lnTo>
                  <a:pt x="767369" y="824938"/>
                </a:lnTo>
                <a:lnTo>
                  <a:pt x="1021822" y="824938"/>
                </a:lnTo>
                <a:lnTo>
                  <a:pt x="1021822" y="222967"/>
                </a:lnTo>
                <a:lnTo>
                  <a:pt x="1259584" y="222967"/>
                </a:lnTo>
                <a:lnTo>
                  <a:pt x="1264591" y="273239"/>
                </a:lnTo>
                <a:lnTo>
                  <a:pt x="1271490" y="322931"/>
                </a:lnTo>
                <a:lnTo>
                  <a:pt x="1280243" y="372006"/>
                </a:lnTo>
                <a:lnTo>
                  <a:pt x="1290813" y="420425"/>
                </a:lnTo>
                <a:lnTo>
                  <a:pt x="1303165" y="468154"/>
                </a:lnTo>
                <a:lnTo>
                  <a:pt x="1317261" y="515154"/>
                </a:lnTo>
                <a:lnTo>
                  <a:pt x="1333064" y="561389"/>
                </a:lnTo>
                <a:lnTo>
                  <a:pt x="1350538" y="606822"/>
                </a:lnTo>
                <a:lnTo>
                  <a:pt x="1369647" y="651417"/>
                </a:lnTo>
                <a:lnTo>
                  <a:pt x="1390352" y="695137"/>
                </a:lnTo>
                <a:lnTo>
                  <a:pt x="1412618" y="737945"/>
                </a:lnTo>
                <a:lnTo>
                  <a:pt x="1436409" y="779803"/>
                </a:lnTo>
                <a:lnTo>
                  <a:pt x="1461686" y="820676"/>
                </a:lnTo>
                <a:lnTo>
                  <a:pt x="1488414" y="860526"/>
                </a:lnTo>
                <a:lnTo>
                  <a:pt x="1516555" y="899317"/>
                </a:lnTo>
                <a:lnTo>
                  <a:pt x="1546074" y="937012"/>
                </a:lnTo>
                <a:lnTo>
                  <a:pt x="1576933" y="973574"/>
                </a:lnTo>
                <a:lnTo>
                  <a:pt x="1609095" y="1008967"/>
                </a:lnTo>
                <a:lnTo>
                  <a:pt x="1642524" y="1043152"/>
                </a:lnTo>
                <a:lnTo>
                  <a:pt x="1677184" y="1076095"/>
                </a:lnTo>
                <a:lnTo>
                  <a:pt x="1713036" y="1107757"/>
                </a:lnTo>
                <a:lnTo>
                  <a:pt x="1750046" y="1138103"/>
                </a:lnTo>
                <a:lnTo>
                  <a:pt x="1788175" y="1167095"/>
                </a:lnTo>
                <a:lnTo>
                  <a:pt x="1788175" y="737181"/>
                </a:lnTo>
                <a:lnTo>
                  <a:pt x="1771475" y="715805"/>
                </a:lnTo>
                <a:lnTo>
                  <a:pt x="1766040" y="708575"/>
                </a:lnTo>
                <a:lnTo>
                  <a:pt x="1719158" y="656181"/>
                </a:lnTo>
                <a:lnTo>
                  <a:pt x="1697235" y="623963"/>
                </a:lnTo>
                <a:lnTo>
                  <a:pt x="1676429" y="587991"/>
                </a:lnTo>
                <a:lnTo>
                  <a:pt x="1656822" y="548457"/>
                </a:lnTo>
                <a:lnTo>
                  <a:pt x="1638493" y="505558"/>
                </a:lnTo>
                <a:lnTo>
                  <a:pt x="1621523" y="459485"/>
                </a:lnTo>
                <a:lnTo>
                  <a:pt x="1605991" y="410435"/>
                </a:lnTo>
                <a:lnTo>
                  <a:pt x="1591978" y="358600"/>
                </a:lnTo>
                <a:lnTo>
                  <a:pt x="1579564" y="304175"/>
                </a:lnTo>
                <a:lnTo>
                  <a:pt x="1568828" y="247355"/>
                </a:lnTo>
                <a:lnTo>
                  <a:pt x="1559852" y="188333"/>
                </a:lnTo>
                <a:lnTo>
                  <a:pt x="1552714" y="127304"/>
                </a:lnTo>
                <a:lnTo>
                  <a:pt x="1547496" y="64461"/>
                </a:lnTo>
                <a:lnTo>
                  <a:pt x="1544277" y="0"/>
                </a:lnTo>
                <a:close/>
              </a:path>
            </a:pathLst>
          </a:custGeom>
          <a:solidFill>
            <a:srgbClr val="C99C7B">
              <a:alpha val="19999"/>
            </a:srgbClr>
          </a:solidFill>
        </p:spPr>
        <p:txBody>
          <a:bodyPr wrap="square" lIns="0" tIns="0" rIns="0" bIns="0" rtlCol="0"/>
          <a:lstStyle/>
          <a:p>
            <a:endParaRPr/>
          </a:p>
        </p:txBody>
      </p:sp>
      <p:sp>
        <p:nvSpPr>
          <p:cNvPr id="50" name="object 14">
            <a:extLst>
              <a:ext uri="{FF2B5EF4-FFF2-40B4-BE49-F238E27FC236}">
                <a16:creationId xmlns:a16="http://schemas.microsoft.com/office/drawing/2014/main" id="{09A9F2E4-F2D7-A5D4-2E74-1A6D32204B2C}"/>
              </a:ext>
            </a:extLst>
          </p:cNvPr>
          <p:cNvSpPr/>
          <p:nvPr/>
        </p:nvSpPr>
        <p:spPr>
          <a:xfrm>
            <a:off x="17127745" y="7840154"/>
            <a:ext cx="1788795" cy="1167130"/>
          </a:xfrm>
          <a:custGeom>
            <a:avLst/>
            <a:gdLst/>
            <a:ahLst/>
            <a:cxnLst/>
            <a:rect l="l" t="t" r="r" b="b"/>
            <a:pathLst>
              <a:path w="1788794" h="1167129">
                <a:moveTo>
                  <a:pt x="1788175" y="0"/>
                </a:moveTo>
                <a:lnTo>
                  <a:pt x="1750046" y="28985"/>
                </a:lnTo>
                <a:lnTo>
                  <a:pt x="1713037" y="59324"/>
                </a:lnTo>
                <a:lnTo>
                  <a:pt x="1677184" y="90981"/>
                </a:lnTo>
                <a:lnTo>
                  <a:pt x="1642524" y="123918"/>
                </a:lnTo>
                <a:lnTo>
                  <a:pt x="1609095" y="158098"/>
                </a:lnTo>
                <a:lnTo>
                  <a:pt x="1576933" y="193486"/>
                </a:lnTo>
                <a:lnTo>
                  <a:pt x="1546075" y="230043"/>
                </a:lnTo>
                <a:lnTo>
                  <a:pt x="1516556" y="267734"/>
                </a:lnTo>
                <a:lnTo>
                  <a:pt x="1488416" y="306522"/>
                </a:lnTo>
                <a:lnTo>
                  <a:pt x="1461688" y="346369"/>
                </a:lnTo>
                <a:lnTo>
                  <a:pt x="1436412" y="387239"/>
                </a:lnTo>
                <a:lnTo>
                  <a:pt x="1412623" y="429095"/>
                </a:lnTo>
                <a:lnTo>
                  <a:pt x="1390358" y="471901"/>
                </a:lnTo>
                <a:lnTo>
                  <a:pt x="1369654" y="515619"/>
                </a:lnTo>
                <a:lnTo>
                  <a:pt x="1350547" y="560212"/>
                </a:lnTo>
                <a:lnTo>
                  <a:pt x="1333075" y="605645"/>
                </a:lnTo>
                <a:lnTo>
                  <a:pt x="1317273" y="651880"/>
                </a:lnTo>
                <a:lnTo>
                  <a:pt x="1303180" y="698881"/>
                </a:lnTo>
                <a:lnTo>
                  <a:pt x="1290831" y="746609"/>
                </a:lnTo>
                <a:lnTo>
                  <a:pt x="1280264" y="795030"/>
                </a:lnTo>
                <a:lnTo>
                  <a:pt x="1271514" y="844106"/>
                </a:lnTo>
                <a:lnTo>
                  <a:pt x="1264619" y="893800"/>
                </a:lnTo>
                <a:lnTo>
                  <a:pt x="1259616" y="944075"/>
                </a:lnTo>
                <a:lnTo>
                  <a:pt x="1020817" y="944075"/>
                </a:lnTo>
                <a:lnTo>
                  <a:pt x="1020817" y="342146"/>
                </a:lnTo>
                <a:lnTo>
                  <a:pt x="766332" y="342146"/>
                </a:lnTo>
                <a:lnTo>
                  <a:pt x="766332" y="944075"/>
                </a:lnTo>
                <a:lnTo>
                  <a:pt x="528580" y="944075"/>
                </a:lnTo>
                <a:lnTo>
                  <a:pt x="523573" y="893800"/>
                </a:lnTo>
                <a:lnTo>
                  <a:pt x="516675" y="844106"/>
                </a:lnTo>
                <a:lnTo>
                  <a:pt x="507923" y="795030"/>
                </a:lnTo>
                <a:lnTo>
                  <a:pt x="497353" y="746609"/>
                </a:lnTo>
                <a:lnTo>
                  <a:pt x="485002" y="698881"/>
                </a:lnTo>
                <a:lnTo>
                  <a:pt x="470907" y="651880"/>
                </a:lnTo>
                <a:lnTo>
                  <a:pt x="455105" y="605645"/>
                </a:lnTo>
                <a:lnTo>
                  <a:pt x="437632" y="560212"/>
                </a:lnTo>
                <a:lnTo>
                  <a:pt x="418524" y="515619"/>
                </a:lnTo>
                <a:lnTo>
                  <a:pt x="397820" y="471901"/>
                </a:lnTo>
                <a:lnTo>
                  <a:pt x="375555" y="429095"/>
                </a:lnTo>
                <a:lnTo>
                  <a:pt x="351766" y="387239"/>
                </a:lnTo>
                <a:lnTo>
                  <a:pt x="326489" y="346369"/>
                </a:lnTo>
                <a:lnTo>
                  <a:pt x="299762" y="306522"/>
                </a:lnTo>
                <a:lnTo>
                  <a:pt x="271621" y="267734"/>
                </a:lnTo>
                <a:lnTo>
                  <a:pt x="242103" y="230043"/>
                </a:lnTo>
                <a:lnTo>
                  <a:pt x="211245" y="193486"/>
                </a:lnTo>
                <a:lnTo>
                  <a:pt x="179083" y="158098"/>
                </a:lnTo>
                <a:lnTo>
                  <a:pt x="145654" y="123918"/>
                </a:lnTo>
                <a:lnTo>
                  <a:pt x="110994" y="90981"/>
                </a:lnTo>
                <a:lnTo>
                  <a:pt x="75140" y="59324"/>
                </a:lnTo>
                <a:lnTo>
                  <a:pt x="38130" y="28985"/>
                </a:lnTo>
                <a:lnTo>
                  <a:pt x="0" y="0"/>
                </a:lnTo>
                <a:lnTo>
                  <a:pt x="0" y="429892"/>
                </a:lnTo>
                <a:lnTo>
                  <a:pt x="22135" y="458457"/>
                </a:lnTo>
                <a:lnTo>
                  <a:pt x="46060" y="482596"/>
                </a:lnTo>
                <a:lnTo>
                  <a:pt x="69026" y="510876"/>
                </a:lnTo>
                <a:lnTo>
                  <a:pt x="90952" y="543104"/>
                </a:lnTo>
                <a:lnTo>
                  <a:pt x="111760" y="579086"/>
                </a:lnTo>
                <a:lnTo>
                  <a:pt x="131368" y="618626"/>
                </a:lnTo>
                <a:lnTo>
                  <a:pt x="149697" y="661530"/>
                </a:lnTo>
                <a:lnTo>
                  <a:pt x="166668" y="707606"/>
                </a:lnTo>
                <a:lnTo>
                  <a:pt x="182200" y="756657"/>
                </a:lnTo>
                <a:lnTo>
                  <a:pt x="196213" y="808491"/>
                </a:lnTo>
                <a:lnTo>
                  <a:pt x="208628" y="862913"/>
                </a:lnTo>
                <a:lnTo>
                  <a:pt x="219364" y="919728"/>
                </a:lnTo>
                <a:lnTo>
                  <a:pt x="228342" y="978743"/>
                </a:lnTo>
                <a:lnTo>
                  <a:pt x="235483" y="1039763"/>
                </a:lnTo>
                <a:lnTo>
                  <a:pt x="240705" y="1102594"/>
                </a:lnTo>
                <a:lnTo>
                  <a:pt x="243929" y="1167042"/>
                </a:lnTo>
                <a:lnTo>
                  <a:pt x="1551031" y="1167042"/>
                </a:lnTo>
                <a:lnTo>
                  <a:pt x="1554233" y="1102871"/>
                </a:lnTo>
                <a:lnTo>
                  <a:pt x="1559417" y="1040304"/>
                </a:lnTo>
                <a:lnTo>
                  <a:pt x="1566502" y="979533"/>
                </a:lnTo>
                <a:lnTo>
                  <a:pt x="1575411" y="920748"/>
                </a:lnTo>
                <a:lnTo>
                  <a:pt x="1586064" y="864142"/>
                </a:lnTo>
                <a:lnTo>
                  <a:pt x="1598383" y="809906"/>
                </a:lnTo>
                <a:lnTo>
                  <a:pt x="1612288" y="758230"/>
                </a:lnTo>
                <a:lnTo>
                  <a:pt x="1627701" y="709308"/>
                </a:lnTo>
                <a:lnTo>
                  <a:pt x="1644542" y="663329"/>
                </a:lnTo>
                <a:lnTo>
                  <a:pt x="1662732" y="620485"/>
                </a:lnTo>
                <a:lnTo>
                  <a:pt x="1682194" y="580967"/>
                </a:lnTo>
                <a:lnTo>
                  <a:pt x="1702847" y="544968"/>
                </a:lnTo>
                <a:lnTo>
                  <a:pt x="1724613" y="512678"/>
                </a:lnTo>
                <a:lnTo>
                  <a:pt x="1747412" y="484288"/>
                </a:lnTo>
                <a:lnTo>
                  <a:pt x="1757270" y="470444"/>
                </a:lnTo>
                <a:lnTo>
                  <a:pt x="1767334" y="456745"/>
                </a:lnTo>
                <a:lnTo>
                  <a:pt x="1777629" y="443218"/>
                </a:lnTo>
                <a:lnTo>
                  <a:pt x="1788175" y="429892"/>
                </a:lnTo>
                <a:lnTo>
                  <a:pt x="1788175" y="0"/>
                </a:lnTo>
                <a:close/>
              </a:path>
            </a:pathLst>
          </a:custGeom>
          <a:solidFill>
            <a:srgbClr val="C99C7B">
              <a:alpha val="19999"/>
            </a:srgbClr>
          </a:solidFill>
        </p:spPr>
        <p:txBody>
          <a:bodyPr wrap="square" lIns="0" tIns="0" rIns="0" bIns="0" rtlCol="0"/>
          <a:lstStyle/>
          <a:p>
            <a:endParaRPr/>
          </a:p>
        </p:txBody>
      </p:sp>
      <p:sp>
        <p:nvSpPr>
          <p:cNvPr id="2" name="object 24">
            <a:extLst>
              <a:ext uri="{FF2B5EF4-FFF2-40B4-BE49-F238E27FC236}">
                <a16:creationId xmlns:a16="http://schemas.microsoft.com/office/drawing/2014/main" id="{1FB25479-5568-48DB-388E-6C9E776D0A60}"/>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4" name="Espaço Reservado para Número de Slide 3">
            <a:extLst>
              <a:ext uri="{FF2B5EF4-FFF2-40B4-BE49-F238E27FC236}">
                <a16:creationId xmlns:a16="http://schemas.microsoft.com/office/drawing/2014/main" id="{B238637F-D6D8-34DF-4044-065FDC40CD45}"/>
              </a:ext>
            </a:extLst>
          </p:cNvPr>
          <p:cNvSpPr>
            <a:spLocks noGrp="1"/>
          </p:cNvSpPr>
          <p:nvPr>
            <p:ph type="sldNum" sz="quarter" idx="7"/>
          </p:nvPr>
        </p:nvSpPr>
        <p:spPr>
          <a:xfrm>
            <a:off x="15005050" y="10988675"/>
            <a:ext cx="4623943" cy="565467"/>
          </a:xfrm>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9</a:t>
            </a:fld>
            <a:endParaRPr lang="en-US" sz="1400" dirty="0">
              <a:solidFill>
                <a:schemeClr val="bg1"/>
              </a:solidFill>
              <a:latin typeface="Futura Lt BT" panose="020B0402020204020303" pitchFamily="34" charset="0"/>
            </a:endParaRPr>
          </a:p>
        </p:txBody>
      </p:sp>
      <p:sp>
        <p:nvSpPr>
          <p:cNvPr id="11" name="CaixaDeTexto 10">
            <a:extLst>
              <a:ext uri="{FF2B5EF4-FFF2-40B4-BE49-F238E27FC236}">
                <a16:creationId xmlns:a16="http://schemas.microsoft.com/office/drawing/2014/main" id="{1948649F-2DE0-2112-4AEF-381EB4DAB3CD}"/>
              </a:ext>
            </a:extLst>
          </p:cNvPr>
          <p:cNvSpPr txBox="1"/>
          <p:nvPr/>
        </p:nvSpPr>
        <p:spPr>
          <a:xfrm>
            <a:off x="10214154" y="1794767"/>
            <a:ext cx="9366258" cy="576120"/>
          </a:xfrm>
          <a:prstGeom prst="rect">
            <a:avLst/>
          </a:prstGeom>
          <a:noFill/>
        </p:spPr>
        <p:txBody>
          <a:bodyPr wrap="square" rtlCol="0">
            <a:spAutoFit/>
          </a:bodyPr>
          <a:lstStyle/>
          <a:p>
            <a:pPr marL="12700" marR="5080" algn="just">
              <a:lnSpc>
                <a:spcPct val="150000"/>
              </a:lnSpc>
              <a:spcBef>
                <a:spcPts val="600"/>
              </a:spcBef>
              <a:spcAft>
                <a:spcPts val="600"/>
              </a:spcAft>
            </a:pPr>
            <a:r>
              <a:rPr sz="2400" dirty="0">
                <a:latin typeface="Futura Lt BT Light"/>
                <a:ea typeface="Calibri" panose="020F0502020204030204" pitchFamily="34" charset="0"/>
              </a:rPr>
              <a:t>{{TEXTO_SITUACAO}}</a:t>
            </a:r>
          </a:p>
        </p:txBody>
      </p:sp>
      <p:sp>
        <p:nvSpPr>
          <p:cNvPr id="8" name="object 2">
            <a:extLst>
              <a:ext uri="{FF2B5EF4-FFF2-40B4-BE49-F238E27FC236}">
                <a16:creationId xmlns:a16="http://schemas.microsoft.com/office/drawing/2014/main" id="{44A665DC-2352-AAE5-AFE0-49804BA536A3}"/>
              </a:ext>
            </a:extLst>
          </p:cNvPr>
          <p:cNvSpPr txBox="1">
            <a:spLocks/>
          </p:cNvSpPr>
          <p:nvPr/>
        </p:nvSpPr>
        <p:spPr>
          <a:xfrm>
            <a:off x="10306123" y="743432"/>
            <a:ext cx="5156127" cy="773930"/>
          </a:xfrm>
          <a:prstGeom prst="rect">
            <a:avLst/>
          </a:prstGeom>
        </p:spPr>
        <p:txBody>
          <a:bodyPr vert="horz" wrap="square" lIns="0" tIns="12065" rIns="0" bIns="0" rtlCol="0">
            <a:spAutoFit/>
          </a:bodyPr>
          <a:lstStyle>
            <a:lvl1pPr>
              <a:defRPr sz="4950" b="0" i="0">
                <a:solidFill>
                  <a:srgbClr val="006969"/>
                </a:solidFill>
                <a:latin typeface="Futura PT Book"/>
                <a:ea typeface="+mj-ea"/>
                <a:cs typeface="Futura PT Book"/>
              </a:defRPr>
            </a:lvl1pPr>
          </a:lstStyle>
          <a:p>
            <a:pPr marL="158750">
              <a:spcBef>
                <a:spcPts val="95"/>
              </a:spcBef>
            </a:pPr>
            <a:r>
              <a:rPr lang="es-419" dirty="0">
                <a:latin typeface="Futura Lt BT Light"/>
              </a:rPr>
              <a:t>SITUAÇÃO</a:t>
            </a:r>
            <a:endParaRPr lang="es-419" spc="-10" dirty="0">
              <a:latin typeface="Futura Lt BT Light"/>
            </a:endParaRPr>
          </a:p>
        </p:txBody>
      </p:sp>
      <p:sp>
        <p:nvSpPr>
          <p:cNvPr id="9" name="object 3">
            <a:extLst>
              <a:ext uri="{FF2B5EF4-FFF2-40B4-BE49-F238E27FC236}">
                <a16:creationId xmlns:a16="http://schemas.microsoft.com/office/drawing/2014/main" id="{9C1C3069-2859-FF0A-016F-7D824D67C807}"/>
              </a:ext>
            </a:extLst>
          </p:cNvPr>
          <p:cNvSpPr/>
          <p:nvPr/>
        </p:nvSpPr>
        <p:spPr>
          <a:xfrm>
            <a:off x="10306123" y="743432"/>
            <a:ext cx="45719"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138" y="0"/>
            <a:ext cx="20061961" cy="11308556"/>
          </a:xfrm>
          <a:prstGeom prst="rect">
            <a:avLst/>
          </a:prstGeom>
        </p:spPr>
      </p:pic>
      <p:sp>
        <p:nvSpPr>
          <p:cNvPr id="3" name="object 3"/>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60606">
              <a:alpha val="69999"/>
            </a:srgbClr>
          </a:solidFill>
        </p:spPr>
        <p:txBody>
          <a:bodyPr wrap="square" lIns="0" tIns="0" rIns="0" bIns="0" rtlCol="0"/>
          <a:lstStyle/>
          <a:p>
            <a:endParaRPr/>
          </a:p>
        </p:txBody>
      </p:sp>
      <p:sp>
        <p:nvSpPr>
          <p:cNvPr id="4" name="object 4"/>
          <p:cNvSpPr/>
          <p:nvPr/>
        </p:nvSpPr>
        <p:spPr>
          <a:xfrm>
            <a:off x="9800749" y="4910845"/>
            <a:ext cx="10303510" cy="1550035"/>
          </a:xfrm>
          <a:custGeom>
            <a:avLst/>
            <a:gdLst/>
            <a:ahLst/>
            <a:cxnLst/>
            <a:rect l="l" t="t" r="r" b="b"/>
            <a:pathLst>
              <a:path w="10303510" h="1550035">
                <a:moveTo>
                  <a:pt x="0" y="1549691"/>
                </a:moveTo>
                <a:lnTo>
                  <a:pt x="10303351" y="1549691"/>
                </a:lnTo>
                <a:lnTo>
                  <a:pt x="10303351" y="0"/>
                </a:lnTo>
                <a:lnTo>
                  <a:pt x="0" y="0"/>
                </a:lnTo>
                <a:lnTo>
                  <a:pt x="0" y="1549691"/>
                </a:lnTo>
                <a:close/>
              </a:path>
            </a:pathLst>
          </a:custGeom>
          <a:solidFill>
            <a:srgbClr val="090706">
              <a:alpha val="64999"/>
            </a:srgbClr>
          </a:solidFill>
        </p:spPr>
        <p:txBody>
          <a:bodyPr wrap="square" lIns="0" tIns="0" rIns="0" bIns="0" rtlCol="0"/>
          <a:lstStyle/>
          <a:p>
            <a:endParaRPr/>
          </a:p>
        </p:txBody>
      </p:sp>
      <p:sp>
        <p:nvSpPr>
          <p:cNvPr id="5" name="object 5"/>
          <p:cNvSpPr txBox="1">
            <a:spLocks noGrp="1"/>
          </p:cNvSpPr>
          <p:nvPr>
            <p:ph type="title"/>
          </p:nvPr>
        </p:nvSpPr>
        <p:spPr>
          <a:xfrm>
            <a:off x="10751370" y="5175664"/>
            <a:ext cx="7835080" cy="837409"/>
          </a:xfrm>
          <a:prstGeom prst="rect">
            <a:avLst/>
          </a:prstGeom>
        </p:spPr>
        <p:txBody>
          <a:bodyPr vert="horz" wrap="square" lIns="0" tIns="13970" rIns="0" bIns="0" rtlCol="0">
            <a:spAutoFit/>
          </a:bodyPr>
          <a:lstStyle/>
          <a:p>
            <a:pPr marL="12700">
              <a:lnSpc>
                <a:spcPct val="100000"/>
              </a:lnSpc>
              <a:spcBef>
                <a:spcPts val="110"/>
              </a:spcBef>
            </a:pPr>
            <a:r>
              <a:rPr sz="5350" dirty="0">
                <a:solidFill>
                  <a:srgbClr val="F3FFCC"/>
                </a:solidFill>
                <a:latin typeface="Futura Lt BT Light"/>
              </a:rPr>
              <a:t>ESCOPO DO </a:t>
            </a:r>
            <a:r>
              <a:rPr sz="5350" spc="-10" dirty="0">
                <a:solidFill>
                  <a:srgbClr val="F3FFCC"/>
                </a:solidFill>
                <a:latin typeface="Futura Lt BT Light"/>
              </a:rPr>
              <a:t>PROJETO</a:t>
            </a:r>
            <a:endParaRPr sz="5350" dirty="0">
              <a:latin typeface="Futura Lt BT Light"/>
            </a:endParaRPr>
          </a:p>
        </p:txBody>
      </p:sp>
      <p:sp>
        <p:nvSpPr>
          <p:cNvPr id="6" name="object 6"/>
          <p:cNvSpPr/>
          <p:nvPr/>
        </p:nvSpPr>
        <p:spPr>
          <a:xfrm>
            <a:off x="10397589" y="5308738"/>
            <a:ext cx="41910" cy="764540"/>
          </a:xfrm>
          <a:custGeom>
            <a:avLst/>
            <a:gdLst/>
            <a:ahLst/>
            <a:cxnLst/>
            <a:rect l="l" t="t" r="r" b="b"/>
            <a:pathLst>
              <a:path w="41909" h="764539">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8" name="Espaço Reservado para Número de Slide 7">
            <a:extLst>
              <a:ext uri="{FF2B5EF4-FFF2-40B4-BE49-F238E27FC236}">
                <a16:creationId xmlns:a16="http://schemas.microsoft.com/office/drawing/2014/main" id="{2FF926AA-9D2F-06AE-5FAC-6A69346BD347}"/>
              </a:ext>
            </a:extLst>
          </p:cNvPr>
          <p:cNvSpPr>
            <a:spLocks noGrp="1"/>
          </p:cNvSpPr>
          <p:nvPr>
            <p:ph type="sldNum" sz="quarter" idx="7"/>
          </p:nvPr>
        </p:nvSpPr>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10</a:t>
            </a:fld>
            <a:endParaRPr lang="en-US" sz="1400" dirty="0">
              <a:solidFill>
                <a:schemeClr val="bg1"/>
              </a:solidFill>
              <a:latin typeface="Futura Lt BT" panose="020B04020202040203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670003" y="635022"/>
            <a:ext cx="10242550" cy="773930"/>
          </a:xfrm>
          <a:prstGeom prst="rect">
            <a:avLst/>
          </a:prstGeom>
        </p:spPr>
        <p:txBody>
          <a:bodyPr vert="horz" wrap="square" lIns="0" tIns="12065" rIns="0" bIns="0" rtlCol="0">
            <a:spAutoFit/>
          </a:bodyPr>
          <a:lstStyle/>
          <a:p>
            <a:pPr marL="12700">
              <a:lnSpc>
                <a:spcPct val="100000"/>
              </a:lnSpc>
              <a:spcBef>
                <a:spcPts val="95"/>
              </a:spcBef>
            </a:pPr>
            <a:r>
              <a:rPr dirty="0">
                <a:latin typeface="Futura Lt BT Light"/>
              </a:rPr>
              <a:t>ESCOPO</a:t>
            </a:r>
            <a:r>
              <a:rPr spc="-135" dirty="0">
                <a:latin typeface="Futura Lt BT Light"/>
              </a:rPr>
              <a:t> </a:t>
            </a:r>
            <a:r>
              <a:rPr dirty="0">
                <a:latin typeface="Futura Lt BT Light"/>
              </a:rPr>
              <a:t>DO</a:t>
            </a:r>
            <a:r>
              <a:rPr spc="-130" dirty="0">
                <a:latin typeface="Futura Lt BT Light"/>
              </a:rPr>
              <a:t> </a:t>
            </a:r>
            <a:r>
              <a:rPr spc="-10" dirty="0">
                <a:latin typeface="Futura Lt BT Light"/>
              </a:rPr>
              <a:t>PROJETO</a:t>
            </a:r>
          </a:p>
        </p:txBody>
      </p:sp>
      <p:sp>
        <p:nvSpPr>
          <p:cNvPr id="8" name="object 8"/>
          <p:cNvSpPr/>
          <p:nvPr/>
        </p:nvSpPr>
        <p:spPr>
          <a:xfrm>
            <a:off x="492131" y="743432"/>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10" name="object 10"/>
          <p:cNvSpPr/>
          <p:nvPr/>
        </p:nvSpPr>
        <p:spPr>
          <a:xfrm>
            <a:off x="19528201" y="335068"/>
            <a:ext cx="94615" cy="10460990"/>
          </a:xfrm>
          <a:custGeom>
            <a:avLst/>
            <a:gdLst/>
            <a:ahLst/>
            <a:cxnLst/>
            <a:rect l="l" t="t" r="r" b="b"/>
            <a:pathLst>
              <a:path w="94615" h="10460990">
                <a:moveTo>
                  <a:pt x="94237" y="0"/>
                </a:moveTo>
                <a:lnTo>
                  <a:pt x="0" y="0"/>
                </a:lnTo>
                <a:lnTo>
                  <a:pt x="0" y="10460414"/>
                </a:lnTo>
                <a:lnTo>
                  <a:pt x="94237" y="10460414"/>
                </a:lnTo>
                <a:lnTo>
                  <a:pt x="94237" y="0"/>
                </a:lnTo>
                <a:close/>
              </a:path>
            </a:pathLst>
          </a:custGeom>
          <a:solidFill>
            <a:srgbClr val="006969"/>
          </a:solidFill>
        </p:spPr>
        <p:txBody>
          <a:bodyPr wrap="square" lIns="0" tIns="0" rIns="0" bIns="0" rtlCol="0"/>
          <a:lstStyle/>
          <a:p>
            <a:endParaRPr/>
          </a:p>
        </p:txBody>
      </p:sp>
      <p:sp>
        <p:nvSpPr>
          <p:cNvPr id="11" name="object 11"/>
          <p:cNvSpPr/>
          <p:nvPr/>
        </p:nvSpPr>
        <p:spPr>
          <a:xfrm>
            <a:off x="19297842" y="2638663"/>
            <a:ext cx="94615" cy="6042025"/>
          </a:xfrm>
          <a:custGeom>
            <a:avLst/>
            <a:gdLst/>
            <a:ahLst/>
            <a:cxnLst/>
            <a:rect l="l" t="t" r="r" b="b"/>
            <a:pathLst>
              <a:path w="94615" h="6042025">
                <a:moveTo>
                  <a:pt x="94237" y="0"/>
                </a:moveTo>
                <a:lnTo>
                  <a:pt x="0" y="0"/>
                </a:lnTo>
                <a:lnTo>
                  <a:pt x="0" y="6041700"/>
                </a:lnTo>
                <a:lnTo>
                  <a:pt x="94237" y="6041700"/>
                </a:lnTo>
                <a:lnTo>
                  <a:pt x="94237" y="0"/>
                </a:lnTo>
                <a:close/>
              </a:path>
            </a:pathLst>
          </a:custGeom>
          <a:solidFill>
            <a:srgbClr val="C69A78">
              <a:alpha val="89999"/>
            </a:srgbClr>
          </a:solidFill>
        </p:spPr>
        <p:txBody>
          <a:bodyPr wrap="square" lIns="0" tIns="0" rIns="0" bIns="0" rtlCol="0"/>
          <a:lstStyle/>
          <a:p>
            <a:endParaRPr/>
          </a:p>
        </p:txBody>
      </p:sp>
      <p:sp>
        <p:nvSpPr>
          <p:cNvPr id="12" name="object 12"/>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a:p>
        </p:txBody>
      </p:sp>
      <p:sp>
        <p:nvSpPr>
          <p:cNvPr id="15" name="object 15"/>
          <p:cNvSpPr/>
          <p:nvPr/>
        </p:nvSpPr>
        <p:spPr>
          <a:xfrm>
            <a:off x="17274336" y="1502984"/>
            <a:ext cx="1788795" cy="1167130"/>
          </a:xfrm>
          <a:custGeom>
            <a:avLst/>
            <a:gdLst/>
            <a:ahLst/>
            <a:cxnLst/>
            <a:rect l="l" t="t" r="r" b="b"/>
            <a:pathLst>
              <a:path w="1788794" h="1167130">
                <a:moveTo>
                  <a:pt x="1544277" y="0"/>
                </a:moveTo>
                <a:lnTo>
                  <a:pt x="237176" y="0"/>
                </a:lnTo>
                <a:lnTo>
                  <a:pt x="233969" y="64181"/>
                </a:lnTo>
                <a:lnTo>
                  <a:pt x="228782" y="126755"/>
                </a:lnTo>
                <a:lnTo>
                  <a:pt x="221694" y="187532"/>
                </a:lnTo>
                <a:lnTo>
                  <a:pt x="212782" y="246319"/>
                </a:lnTo>
                <a:lnTo>
                  <a:pt x="202127" y="302927"/>
                </a:lnTo>
                <a:lnTo>
                  <a:pt x="189808" y="357163"/>
                </a:lnTo>
                <a:lnTo>
                  <a:pt x="175903" y="408838"/>
                </a:lnTo>
                <a:lnTo>
                  <a:pt x="160490" y="457759"/>
                </a:lnTo>
                <a:lnTo>
                  <a:pt x="143650" y="503737"/>
                </a:lnTo>
                <a:lnTo>
                  <a:pt x="125461" y="546579"/>
                </a:lnTo>
                <a:lnTo>
                  <a:pt x="106002" y="586095"/>
                </a:lnTo>
                <a:lnTo>
                  <a:pt x="85352" y="622093"/>
                </a:lnTo>
                <a:lnTo>
                  <a:pt x="63590" y="654384"/>
                </a:lnTo>
                <a:lnTo>
                  <a:pt x="40794" y="682775"/>
                </a:lnTo>
                <a:lnTo>
                  <a:pt x="30924" y="696622"/>
                </a:lnTo>
                <a:lnTo>
                  <a:pt x="20852" y="710327"/>
                </a:lnTo>
                <a:lnTo>
                  <a:pt x="10553" y="723858"/>
                </a:lnTo>
                <a:lnTo>
                  <a:pt x="0" y="737181"/>
                </a:lnTo>
                <a:lnTo>
                  <a:pt x="0" y="1167095"/>
                </a:lnTo>
                <a:lnTo>
                  <a:pt x="38130" y="1138103"/>
                </a:lnTo>
                <a:lnTo>
                  <a:pt x="75140" y="1107757"/>
                </a:lnTo>
                <a:lnTo>
                  <a:pt x="110994" y="1076095"/>
                </a:lnTo>
                <a:lnTo>
                  <a:pt x="145654" y="1043152"/>
                </a:lnTo>
                <a:lnTo>
                  <a:pt x="179083" y="1008967"/>
                </a:lnTo>
                <a:lnTo>
                  <a:pt x="211245" y="973574"/>
                </a:lnTo>
                <a:lnTo>
                  <a:pt x="242103" y="937012"/>
                </a:lnTo>
                <a:lnTo>
                  <a:pt x="271621" y="899317"/>
                </a:lnTo>
                <a:lnTo>
                  <a:pt x="299762" y="860526"/>
                </a:lnTo>
                <a:lnTo>
                  <a:pt x="326489" y="820676"/>
                </a:lnTo>
                <a:lnTo>
                  <a:pt x="351766" y="779803"/>
                </a:lnTo>
                <a:lnTo>
                  <a:pt x="375555" y="737945"/>
                </a:lnTo>
                <a:lnTo>
                  <a:pt x="397820" y="695137"/>
                </a:lnTo>
                <a:lnTo>
                  <a:pt x="418524" y="651417"/>
                </a:lnTo>
                <a:lnTo>
                  <a:pt x="437632" y="606822"/>
                </a:lnTo>
                <a:lnTo>
                  <a:pt x="455105" y="561389"/>
                </a:lnTo>
                <a:lnTo>
                  <a:pt x="470907" y="515154"/>
                </a:lnTo>
                <a:lnTo>
                  <a:pt x="485002" y="468154"/>
                </a:lnTo>
                <a:lnTo>
                  <a:pt x="497353" y="420425"/>
                </a:lnTo>
                <a:lnTo>
                  <a:pt x="507923" y="372006"/>
                </a:lnTo>
                <a:lnTo>
                  <a:pt x="516675" y="322931"/>
                </a:lnTo>
                <a:lnTo>
                  <a:pt x="523573" y="273239"/>
                </a:lnTo>
                <a:lnTo>
                  <a:pt x="528580" y="222967"/>
                </a:lnTo>
                <a:lnTo>
                  <a:pt x="767369" y="222967"/>
                </a:lnTo>
                <a:lnTo>
                  <a:pt x="767369" y="824938"/>
                </a:lnTo>
                <a:lnTo>
                  <a:pt x="1021822" y="824938"/>
                </a:lnTo>
                <a:lnTo>
                  <a:pt x="1021822" y="222967"/>
                </a:lnTo>
                <a:lnTo>
                  <a:pt x="1259584" y="222967"/>
                </a:lnTo>
                <a:lnTo>
                  <a:pt x="1264591" y="273239"/>
                </a:lnTo>
                <a:lnTo>
                  <a:pt x="1271490" y="322931"/>
                </a:lnTo>
                <a:lnTo>
                  <a:pt x="1280243" y="372006"/>
                </a:lnTo>
                <a:lnTo>
                  <a:pt x="1290813" y="420425"/>
                </a:lnTo>
                <a:lnTo>
                  <a:pt x="1303165" y="468154"/>
                </a:lnTo>
                <a:lnTo>
                  <a:pt x="1317261" y="515154"/>
                </a:lnTo>
                <a:lnTo>
                  <a:pt x="1333064" y="561389"/>
                </a:lnTo>
                <a:lnTo>
                  <a:pt x="1350538" y="606822"/>
                </a:lnTo>
                <a:lnTo>
                  <a:pt x="1369647" y="651417"/>
                </a:lnTo>
                <a:lnTo>
                  <a:pt x="1390352" y="695137"/>
                </a:lnTo>
                <a:lnTo>
                  <a:pt x="1412618" y="737945"/>
                </a:lnTo>
                <a:lnTo>
                  <a:pt x="1436409" y="779803"/>
                </a:lnTo>
                <a:lnTo>
                  <a:pt x="1461686" y="820676"/>
                </a:lnTo>
                <a:lnTo>
                  <a:pt x="1488414" y="860526"/>
                </a:lnTo>
                <a:lnTo>
                  <a:pt x="1516555" y="899317"/>
                </a:lnTo>
                <a:lnTo>
                  <a:pt x="1546074" y="937012"/>
                </a:lnTo>
                <a:lnTo>
                  <a:pt x="1576933" y="973574"/>
                </a:lnTo>
                <a:lnTo>
                  <a:pt x="1609095" y="1008967"/>
                </a:lnTo>
                <a:lnTo>
                  <a:pt x="1642524" y="1043152"/>
                </a:lnTo>
                <a:lnTo>
                  <a:pt x="1677184" y="1076095"/>
                </a:lnTo>
                <a:lnTo>
                  <a:pt x="1713036" y="1107757"/>
                </a:lnTo>
                <a:lnTo>
                  <a:pt x="1750046" y="1138103"/>
                </a:lnTo>
                <a:lnTo>
                  <a:pt x="1788175" y="1167095"/>
                </a:lnTo>
                <a:lnTo>
                  <a:pt x="1788175" y="737181"/>
                </a:lnTo>
                <a:lnTo>
                  <a:pt x="1771475" y="715805"/>
                </a:lnTo>
                <a:lnTo>
                  <a:pt x="1766040" y="708575"/>
                </a:lnTo>
                <a:lnTo>
                  <a:pt x="1719158" y="656181"/>
                </a:lnTo>
                <a:lnTo>
                  <a:pt x="1697235" y="623963"/>
                </a:lnTo>
                <a:lnTo>
                  <a:pt x="1676429" y="587991"/>
                </a:lnTo>
                <a:lnTo>
                  <a:pt x="1656822" y="548457"/>
                </a:lnTo>
                <a:lnTo>
                  <a:pt x="1638493" y="505558"/>
                </a:lnTo>
                <a:lnTo>
                  <a:pt x="1621523" y="459485"/>
                </a:lnTo>
                <a:lnTo>
                  <a:pt x="1605991" y="410435"/>
                </a:lnTo>
                <a:lnTo>
                  <a:pt x="1591978" y="358600"/>
                </a:lnTo>
                <a:lnTo>
                  <a:pt x="1579564" y="304175"/>
                </a:lnTo>
                <a:lnTo>
                  <a:pt x="1568828" y="247355"/>
                </a:lnTo>
                <a:lnTo>
                  <a:pt x="1559852" y="188333"/>
                </a:lnTo>
                <a:lnTo>
                  <a:pt x="1552714" y="127304"/>
                </a:lnTo>
                <a:lnTo>
                  <a:pt x="1547496" y="64461"/>
                </a:lnTo>
                <a:lnTo>
                  <a:pt x="1544277" y="0"/>
                </a:lnTo>
                <a:close/>
              </a:path>
            </a:pathLst>
          </a:custGeom>
          <a:solidFill>
            <a:srgbClr val="C99C7B">
              <a:alpha val="19999"/>
            </a:srgbClr>
          </a:solidFill>
        </p:spPr>
        <p:txBody>
          <a:bodyPr wrap="square" lIns="0" tIns="0" rIns="0" bIns="0" rtlCol="0"/>
          <a:lstStyle/>
          <a:p>
            <a:endParaRPr/>
          </a:p>
        </p:txBody>
      </p:sp>
      <p:sp>
        <p:nvSpPr>
          <p:cNvPr id="16" name="object 16"/>
          <p:cNvSpPr/>
          <p:nvPr/>
        </p:nvSpPr>
        <p:spPr>
          <a:xfrm>
            <a:off x="17274336" y="175466"/>
            <a:ext cx="1788795" cy="1167130"/>
          </a:xfrm>
          <a:custGeom>
            <a:avLst/>
            <a:gdLst/>
            <a:ahLst/>
            <a:cxnLst/>
            <a:rect l="l" t="t" r="r" b="b"/>
            <a:pathLst>
              <a:path w="1788794" h="1167130">
                <a:moveTo>
                  <a:pt x="1788175" y="0"/>
                </a:moveTo>
                <a:lnTo>
                  <a:pt x="1750046" y="28985"/>
                </a:lnTo>
                <a:lnTo>
                  <a:pt x="1713037" y="59324"/>
                </a:lnTo>
                <a:lnTo>
                  <a:pt x="1677184" y="90981"/>
                </a:lnTo>
                <a:lnTo>
                  <a:pt x="1642524" y="123918"/>
                </a:lnTo>
                <a:lnTo>
                  <a:pt x="1609095" y="158098"/>
                </a:lnTo>
                <a:lnTo>
                  <a:pt x="1576933" y="193486"/>
                </a:lnTo>
                <a:lnTo>
                  <a:pt x="1546075" y="230043"/>
                </a:lnTo>
                <a:lnTo>
                  <a:pt x="1516556" y="267734"/>
                </a:lnTo>
                <a:lnTo>
                  <a:pt x="1488416" y="306522"/>
                </a:lnTo>
                <a:lnTo>
                  <a:pt x="1461688" y="346369"/>
                </a:lnTo>
                <a:lnTo>
                  <a:pt x="1436412" y="387239"/>
                </a:lnTo>
                <a:lnTo>
                  <a:pt x="1412623" y="429095"/>
                </a:lnTo>
                <a:lnTo>
                  <a:pt x="1390358" y="471901"/>
                </a:lnTo>
                <a:lnTo>
                  <a:pt x="1369654" y="515619"/>
                </a:lnTo>
                <a:lnTo>
                  <a:pt x="1350547" y="560212"/>
                </a:lnTo>
                <a:lnTo>
                  <a:pt x="1333075" y="605645"/>
                </a:lnTo>
                <a:lnTo>
                  <a:pt x="1317273" y="651880"/>
                </a:lnTo>
                <a:lnTo>
                  <a:pt x="1303180" y="698881"/>
                </a:lnTo>
                <a:lnTo>
                  <a:pt x="1290831" y="746609"/>
                </a:lnTo>
                <a:lnTo>
                  <a:pt x="1280264" y="795030"/>
                </a:lnTo>
                <a:lnTo>
                  <a:pt x="1271514" y="844106"/>
                </a:lnTo>
                <a:lnTo>
                  <a:pt x="1264619" y="893800"/>
                </a:lnTo>
                <a:lnTo>
                  <a:pt x="1259616" y="944075"/>
                </a:lnTo>
                <a:lnTo>
                  <a:pt x="1020817" y="944075"/>
                </a:lnTo>
                <a:lnTo>
                  <a:pt x="1020817" y="342146"/>
                </a:lnTo>
                <a:lnTo>
                  <a:pt x="766332" y="342146"/>
                </a:lnTo>
                <a:lnTo>
                  <a:pt x="766332" y="944075"/>
                </a:lnTo>
                <a:lnTo>
                  <a:pt x="528580" y="944075"/>
                </a:lnTo>
                <a:lnTo>
                  <a:pt x="523573" y="893800"/>
                </a:lnTo>
                <a:lnTo>
                  <a:pt x="516675" y="844106"/>
                </a:lnTo>
                <a:lnTo>
                  <a:pt x="507923" y="795030"/>
                </a:lnTo>
                <a:lnTo>
                  <a:pt x="497353" y="746609"/>
                </a:lnTo>
                <a:lnTo>
                  <a:pt x="485002" y="698881"/>
                </a:lnTo>
                <a:lnTo>
                  <a:pt x="470907" y="651880"/>
                </a:lnTo>
                <a:lnTo>
                  <a:pt x="455105" y="605645"/>
                </a:lnTo>
                <a:lnTo>
                  <a:pt x="437632" y="560212"/>
                </a:lnTo>
                <a:lnTo>
                  <a:pt x="418524" y="515619"/>
                </a:lnTo>
                <a:lnTo>
                  <a:pt x="397820" y="471901"/>
                </a:lnTo>
                <a:lnTo>
                  <a:pt x="375555" y="429095"/>
                </a:lnTo>
                <a:lnTo>
                  <a:pt x="351766" y="387239"/>
                </a:lnTo>
                <a:lnTo>
                  <a:pt x="326489" y="346369"/>
                </a:lnTo>
                <a:lnTo>
                  <a:pt x="299762" y="306522"/>
                </a:lnTo>
                <a:lnTo>
                  <a:pt x="271621" y="267734"/>
                </a:lnTo>
                <a:lnTo>
                  <a:pt x="242103" y="230043"/>
                </a:lnTo>
                <a:lnTo>
                  <a:pt x="211245" y="193486"/>
                </a:lnTo>
                <a:lnTo>
                  <a:pt x="179083" y="158098"/>
                </a:lnTo>
                <a:lnTo>
                  <a:pt x="145654" y="123918"/>
                </a:lnTo>
                <a:lnTo>
                  <a:pt x="110994" y="90981"/>
                </a:lnTo>
                <a:lnTo>
                  <a:pt x="75140" y="59324"/>
                </a:lnTo>
                <a:lnTo>
                  <a:pt x="38130" y="28985"/>
                </a:lnTo>
                <a:lnTo>
                  <a:pt x="0" y="0"/>
                </a:lnTo>
                <a:lnTo>
                  <a:pt x="0" y="429892"/>
                </a:lnTo>
                <a:lnTo>
                  <a:pt x="22135" y="458457"/>
                </a:lnTo>
                <a:lnTo>
                  <a:pt x="46060" y="482596"/>
                </a:lnTo>
                <a:lnTo>
                  <a:pt x="69026" y="510876"/>
                </a:lnTo>
                <a:lnTo>
                  <a:pt x="90952" y="543104"/>
                </a:lnTo>
                <a:lnTo>
                  <a:pt x="111760" y="579086"/>
                </a:lnTo>
                <a:lnTo>
                  <a:pt x="131368" y="618626"/>
                </a:lnTo>
                <a:lnTo>
                  <a:pt x="149697" y="661530"/>
                </a:lnTo>
                <a:lnTo>
                  <a:pt x="166668" y="707606"/>
                </a:lnTo>
                <a:lnTo>
                  <a:pt x="182200" y="756657"/>
                </a:lnTo>
                <a:lnTo>
                  <a:pt x="196213" y="808491"/>
                </a:lnTo>
                <a:lnTo>
                  <a:pt x="208628" y="862913"/>
                </a:lnTo>
                <a:lnTo>
                  <a:pt x="219364" y="919728"/>
                </a:lnTo>
                <a:lnTo>
                  <a:pt x="228342" y="978743"/>
                </a:lnTo>
                <a:lnTo>
                  <a:pt x="235483" y="1039763"/>
                </a:lnTo>
                <a:lnTo>
                  <a:pt x="240705" y="1102594"/>
                </a:lnTo>
                <a:lnTo>
                  <a:pt x="243929" y="1167042"/>
                </a:lnTo>
                <a:lnTo>
                  <a:pt x="1551031" y="1167042"/>
                </a:lnTo>
                <a:lnTo>
                  <a:pt x="1554233" y="1102871"/>
                </a:lnTo>
                <a:lnTo>
                  <a:pt x="1559417" y="1040304"/>
                </a:lnTo>
                <a:lnTo>
                  <a:pt x="1566502" y="979533"/>
                </a:lnTo>
                <a:lnTo>
                  <a:pt x="1575411" y="920748"/>
                </a:lnTo>
                <a:lnTo>
                  <a:pt x="1586064" y="864142"/>
                </a:lnTo>
                <a:lnTo>
                  <a:pt x="1598383" y="809906"/>
                </a:lnTo>
                <a:lnTo>
                  <a:pt x="1612288" y="758230"/>
                </a:lnTo>
                <a:lnTo>
                  <a:pt x="1627701" y="709308"/>
                </a:lnTo>
                <a:lnTo>
                  <a:pt x="1644542" y="663329"/>
                </a:lnTo>
                <a:lnTo>
                  <a:pt x="1662732" y="620485"/>
                </a:lnTo>
                <a:lnTo>
                  <a:pt x="1682194" y="580967"/>
                </a:lnTo>
                <a:lnTo>
                  <a:pt x="1702847" y="544968"/>
                </a:lnTo>
                <a:lnTo>
                  <a:pt x="1724613" y="512678"/>
                </a:lnTo>
                <a:lnTo>
                  <a:pt x="1747412" y="484288"/>
                </a:lnTo>
                <a:lnTo>
                  <a:pt x="1757270" y="470444"/>
                </a:lnTo>
                <a:lnTo>
                  <a:pt x="1767334" y="456745"/>
                </a:lnTo>
                <a:lnTo>
                  <a:pt x="1777629" y="443218"/>
                </a:lnTo>
                <a:lnTo>
                  <a:pt x="1788175" y="429892"/>
                </a:lnTo>
                <a:lnTo>
                  <a:pt x="1788175" y="0"/>
                </a:lnTo>
                <a:close/>
              </a:path>
            </a:pathLst>
          </a:custGeom>
          <a:solidFill>
            <a:srgbClr val="C99C7B">
              <a:alpha val="19999"/>
            </a:srgbClr>
          </a:solidFill>
        </p:spPr>
        <p:txBody>
          <a:bodyPr wrap="square" lIns="0" tIns="0" rIns="0" bIns="0" rtlCol="0"/>
          <a:lstStyle/>
          <a:p>
            <a:endParaRPr/>
          </a:p>
        </p:txBody>
      </p:sp>
      <p:sp>
        <p:nvSpPr>
          <p:cNvPr id="18" name="CaixaDeTexto 17">
            <a:extLst>
              <a:ext uri="{FF2B5EF4-FFF2-40B4-BE49-F238E27FC236}">
                <a16:creationId xmlns:a16="http://schemas.microsoft.com/office/drawing/2014/main" id="{80D2D3B6-CD76-EDFE-9F63-0EE8D0B8EF3C}"/>
              </a:ext>
            </a:extLst>
          </p:cNvPr>
          <p:cNvSpPr txBox="1"/>
          <p:nvPr/>
        </p:nvSpPr>
        <p:spPr>
          <a:xfrm>
            <a:off x="540183" y="1843997"/>
            <a:ext cx="16368785" cy="576120"/>
          </a:xfrm>
          <a:prstGeom prst="rect">
            <a:avLst/>
          </a:prstGeom>
          <a:noFill/>
        </p:spPr>
        <p:txBody>
          <a:bodyPr wrap="square">
            <a:spAutoFit/>
          </a:bodyPr>
          <a:lstStyle/>
          <a:p>
            <a:pPr marL="12700" marR="5080" algn="just">
              <a:lnSpc>
                <a:spcPct val="150000"/>
              </a:lnSpc>
              <a:spcAft>
                <a:spcPts val="60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2400" dirty="0">
                <a:latin typeface="Futura Lt BT Light"/>
                <a:ea typeface="Calibri" panose="020F0502020204030204" pitchFamily="34" charset="0"/>
              </a:rPr>
              <a:t>{{TEXTO_ESCOPO}}</a:t>
            </a:r>
          </a:p>
        </p:txBody>
      </p:sp>
      <p:sp>
        <p:nvSpPr>
          <p:cNvPr id="2" name="object 24">
            <a:extLst>
              <a:ext uri="{FF2B5EF4-FFF2-40B4-BE49-F238E27FC236}">
                <a16:creationId xmlns:a16="http://schemas.microsoft.com/office/drawing/2014/main" id="{DEE5BEEC-23FC-41D6-66B1-5EE93326416B}"/>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4" name="Espaço Reservado para Número de Slide 3">
            <a:extLst>
              <a:ext uri="{FF2B5EF4-FFF2-40B4-BE49-F238E27FC236}">
                <a16:creationId xmlns:a16="http://schemas.microsoft.com/office/drawing/2014/main" id="{FF7EFFB4-6F32-13BE-99D9-C2A6CAB0BCFF}"/>
              </a:ext>
            </a:extLst>
          </p:cNvPr>
          <p:cNvSpPr>
            <a:spLocks noGrp="1"/>
          </p:cNvSpPr>
          <p:nvPr>
            <p:ph type="sldNum" sz="quarter" idx="7"/>
          </p:nvPr>
        </p:nvSpPr>
        <p:spPr>
          <a:xfrm>
            <a:off x="15029307" y="11000843"/>
            <a:ext cx="4623943" cy="565467"/>
          </a:xfrm>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11</a:t>
            </a:fld>
            <a:endParaRPr lang="en-US" sz="1400" dirty="0">
              <a:solidFill>
                <a:schemeClr val="bg1"/>
              </a:solidFill>
              <a:latin typeface="Futura Lt BT" panose="020B04020202040203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txBox="1"/>
          <p:nvPr/>
        </p:nvSpPr>
        <p:spPr>
          <a:xfrm>
            <a:off x="575951" y="2073275"/>
            <a:ext cx="16562642" cy="2976777"/>
          </a:xfrm>
          <a:prstGeom prst="rect">
            <a:avLst/>
          </a:prstGeom>
        </p:spPr>
        <p:txBody>
          <a:bodyPr vert="horz" wrap="square" lIns="0" tIns="15240" rIns="0" bIns="0" rtlCol="0">
            <a:spAutoFit/>
          </a:bodyPr>
          <a:lstStyle/>
          <a:p>
            <a:pPr marL="12700" algn="just">
              <a:lnSpc>
                <a:spcPct val="100000"/>
              </a:lnSpc>
              <a:spcBef>
                <a:spcPts val="120"/>
              </a:spcBef>
            </a:pPr>
            <a:r>
              <a:rPr sz="2400" dirty="0">
                <a:latin typeface="Futura Lt BT Light"/>
                <a:ea typeface="Calibri" panose="020F0502020204030204" pitchFamily="34" charset="0"/>
              </a:rPr>
              <a:t>A documentação necessária para elaboração do presente trabalho consiste </a:t>
            </a:r>
            <a:r>
              <a:rPr sz="2400" dirty="0" err="1">
                <a:latin typeface="Futura Lt BT Light"/>
                <a:ea typeface="Calibri" panose="020F0502020204030204" pitchFamily="34" charset="0"/>
              </a:rPr>
              <a:t>em</a:t>
            </a:r>
            <a:r>
              <a:rPr sz="2400" dirty="0">
                <a:latin typeface="Futura Lt BT Light"/>
                <a:ea typeface="Calibri" panose="020F0502020204030204" pitchFamily="34" charset="0"/>
              </a:rPr>
              <a:t>:</a:t>
            </a:r>
            <a:endParaRPr lang="pt-BR" sz="2400" dirty="0">
              <a:latin typeface="Futura Lt BT Light"/>
              <a:ea typeface="Calibri" panose="020F0502020204030204" pitchFamily="34" charset="0"/>
            </a:endParaRPr>
          </a:p>
          <a:p>
            <a:pPr algn="just">
              <a:lnSpc>
                <a:spcPct val="100000"/>
              </a:lnSpc>
              <a:spcBef>
                <a:spcPts val="20"/>
              </a:spcBef>
            </a:pPr>
            <a:endParaRPr lang="pt-BR" sz="2400" dirty="0">
              <a:latin typeface="Futura Lt BT Light"/>
              <a:cs typeface="Futura PT Book"/>
            </a:endParaRPr>
          </a:p>
          <a:p>
            <a:pPr marL="342900" marR="13970" lvl="0" indent="-342900" algn="just">
              <a:lnSpc>
                <a:spcPct val="150000"/>
              </a:lnSpc>
              <a:spcAft>
                <a:spcPts val="600"/>
              </a:spcAft>
              <a:buFont typeface="Symbol" panose="05050102010706020507" pitchFamily="18" charset="2"/>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lang="pt-BR" sz="2400" dirty="0">
              <a:latin typeface="Futura Lt BT Light"/>
              <a:ea typeface="Calibri" panose="020F0502020204030204" pitchFamily="34" charset="0"/>
            </a:endParaRPr>
          </a:p>
          <a:p>
            <a:pPr marL="12700" marR="5080" algn="just">
              <a:lnSpc>
                <a:spcPct val="150000"/>
              </a:lnSpc>
            </a:pPr>
            <a:r>
              <a:rPr sz="2400" dirty="0">
                <a:latin typeface="Futura Lt BT Light"/>
                <a:ea typeface="Calibri" panose="020F0502020204030204" pitchFamily="34" charset="0"/>
              </a:rPr>
              <a:t>Caso os documentos necessários para execução do serviço, conforme descritos na cláusula acima, não sejam fornecidos pelo cliente de forma satisfatória e sua obtenção ou elaboração resulte em horas adicionais de trabalho, a referida quantidade de horas será apurada e cobrada conforme valor dos honorários </a:t>
            </a:r>
            <a:r>
              <a:rPr sz="2400" dirty="0" err="1">
                <a:latin typeface="Futura Lt BT Light"/>
                <a:ea typeface="Calibri" panose="020F0502020204030204" pitchFamily="34" charset="0"/>
              </a:rPr>
              <a:t>vigentes</a:t>
            </a:r>
            <a:r>
              <a:rPr sz="2400" dirty="0">
                <a:latin typeface="Futura Lt BT Light"/>
                <a:ea typeface="Calibri" panose="020F0502020204030204" pitchFamily="34" charset="0"/>
              </a:rPr>
              <a:t>.</a:t>
            </a:r>
          </a:p>
        </p:txBody>
      </p:sp>
      <p:sp>
        <p:nvSpPr>
          <p:cNvPr id="14" name="object 14"/>
          <p:cNvSpPr txBox="1">
            <a:spLocks noGrp="1"/>
          </p:cNvSpPr>
          <p:nvPr>
            <p:ph type="title"/>
          </p:nvPr>
        </p:nvSpPr>
        <p:spPr>
          <a:xfrm>
            <a:off x="670002" y="635022"/>
            <a:ext cx="11591847" cy="773930"/>
          </a:xfrm>
          <a:prstGeom prst="rect">
            <a:avLst/>
          </a:prstGeom>
        </p:spPr>
        <p:txBody>
          <a:bodyPr vert="horz" wrap="square" lIns="0" tIns="12065" rIns="0" bIns="0" rtlCol="0">
            <a:spAutoFit/>
          </a:bodyPr>
          <a:lstStyle/>
          <a:p>
            <a:pPr marL="12700">
              <a:lnSpc>
                <a:spcPct val="100000"/>
              </a:lnSpc>
              <a:spcBef>
                <a:spcPts val="95"/>
              </a:spcBef>
            </a:pPr>
            <a:r>
              <a:rPr spc="-55" dirty="0">
                <a:latin typeface="Futura Lt BT Light"/>
              </a:rPr>
              <a:t>DOCUMENTAÇÃO</a:t>
            </a:r>
            <a:r>
              <a:rPr spc="-170" dirty="0">
                <a:latin typeface="Futura Lt BT Light"/>
              </a:rPr>
              <a:t> </a:t>
            </a:r>
            <a:r>
              <a:rPr spc="-10" dirty="0">
                <a:latin typeface="Futura Lt BT Light"/>
              </a:rPr>
              <a:t>NECESSÁRIA</a:t>
            </a:r>
          </a:p>
        </p:txBody>
      </p:sp>
      <p:sp>
        <p:nvSpPr>
          <p:cNvPr id="15" name="object 15"/>
          <p:cNvSpPr/>
          <p:nvPr/>
        </p:nvSpPr>
        <p:spPr>
          <a:xfrm>
            <a:off x="492131" y="743432"/>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17" name="object 17"/>
          <p:cNvSpPr/>
          <p:nvPr/>
        </p:nvSpPr>
        <p:spPr>
          <a:xfrm>
            <a:off x="19528201" y="335068"/>
            <a:ext cx="94615" cy="10460990"/>
          </a:xfrm>
          <a:custGeom>
            <a:avLst/>
            <a:gdLst/>
            <a:ahLst/>
            <a:cxnLst/>
            <a:rect l="l" t="t" r="r" b="b"/>
            <a:pathLst>
              <a:path w="94615" h="10460990">
                <a:moveTo>
                  <a:pt x="94237" y="0"/>
                </a:moveTo>
                <a:lnTo>
                  <a:pt x="0" y="0"/>
                </a:lnTo>
                <a:lnTo>
                  <a:pt x="0" y="10460414"/>
                </a:lnTo>
                <a:lnTo>
                  <a:pt x="94237" y="10460414"/>
                </a:lnTo>
                <a:lnTo>
                  <a:pt x="94237" y="0"/>
                </a:lnTo>
                <a:close/>
              </a:path>
            </a:pathLst>
          </a:custGeom>
          <a:solidFill>
            <a:srgbClr val="006969"/>
          </a:solidFill>
        </p:spPr>
        <p:txBody>
          <a:bodyPr wrap="square" lIns="0" tIns="0" rIns="0" bIns="0" rtlCol="0"/>
          <a:lstStyle/>
          <a:p>
            <a:endParaRPr/>
          </a:p>
        </p:txBody>
      </p:sp>
      <p:sp>
        <p:nvSpPr>
          <p:cNvPr id="18" name="object 18"/>
          <p:cNvSpPr/>
          <p:nvPr/>
        </p:nvSpPr>
        <p:spPr>
          <a:xfrm>
            <a:off x="19297842" y="2638663"/>
            <a:ext cx="94615" cy="6042025"/>
          </a:xfrm>
          <a:custGeom>
            <a:avLst/>
            <a:gdLst/>
            <a:ahLst/>
            <a:cxnLst/>
            <a:rect l="l" t="t" r="r" b="b"/>
            <a:pathLst>
              <a:path w="94615" h="6042025">
                <a:moveTo>
                  <a:pt x="94237" y="0"/>
                </a:moveTo>
                <a:lnTo>
                  <a:pt x="0" y="0"/>
                </a:lnTo>
                <a:lnTo>
                  <a:pt x="0" y="6041700"/>
                </a:lnTo>
                <a:lnTo>
                  <a:pt x="94237" y="6041700"/>
                </a:lnTo>
                <a:lnTo>
                  <a:pt x="94237" y="0"/>
                </a:lnTo>
                <a:close/>
              </a:path>
            </a:pathLst>
          </a:custGeom>
          <a:solidFill>
            <a:srgbClr val="C69A78">
              <a:alpha val="89999"/>
            </a:srgbClr>
          </a:solidFill>
        </p:spPr>
        <p:txBody>
          <a:bodyPr wrap="square" lIns="0" tIns="0" rIns="0" bIns="0" rtlCol="0"/>
          <a:lstStyle/>
          <a:p>
            <a:endParaRPr/>
          </a:p>
        </p:txBody>
      </p:sp>
      <p:sp>
        <p:nvSpPr>
          <p:cNvPr id="19" name="object 19"/>
          <p:cNvSpPr/>
          <p:nvPr/>
        </p:nvSpPr>
        <p:spPr>
          <a:xfrm>
            <a:off x="17274336" y="1502984"/>
            <a:ext cx="1788795" cy="1167130"/>
          </a:xfrm>
          <a:custGeom>
            <a:avLst/>
            <a:gdLst/>
            <a:ahLst/>
            <a:cxnLst/>
            <a:rect l="l" t="t" r="r" b="b"/>
            <a:pathLst>
              <a:path w="1788794" h="1167130">
                <a:moveTo>
                  <a:pt x="1544277" y="0"/>
                </a:moveTo>
                <a:lnTo>
                  <a:pt x="237176" y="0"/>
                </a:lnTo>
                <a:lnTo>
                  <a:pt x="233969" y="64181"/>
                </a:lnTo>
                <a:lnTo>
                  <a:pt x="228782" y="126755"/>
                </a:lnTo>
                <a:lnTo>
                  <a:pt x="221694" y="187532"/>
                </a:lnTo>
                <a:lnTo>
                  <a:pt x="212782" y="246319"/>
                </a:lnTo>
                <a:lnTo>
                  <a:pt x="202127" y="302927"/>
                </a:lnTo>
                <a:lnTo>
                  <a:pt x="189808" y="357163"/>
                </a:lnTo>
                <a:lnTo>
                  <a:pt x="175903" y="408838"/>
                </a:lnTo>
                <a:lnTo>
                  <a:pt x="160490" y="457759"/>
                </a:lnTo>
                <a:lnTo>
                  <a:pt x="143650" y="503737"/>
                </a:lnTo>
                <a:lnTo>
                  <a:pt x="125461" y="546579"/>
                </a:lnTo>
                <a:lnTo>
                  <a:pt x="106002" y="586095"/>
                </a:lnTo>
                <a:lnTo>
                  <a:pt x="85352" y="622093"/>
                </a:lnTo>
                <a:lnTo>
                  <a:pt x="63590" y="654384"/>
                </a:lnTo>
                <a:lnTo>
                  <a:pt x="40794" y="682775"/>
                </a:lnTo>
                <a:lnTo>
                  <a:pt x="30924" y="696622"/>
                </a:lnTo>
                <a:lnTo>
                  <a:pt x="20852" y="710327"/>
                </a:lnTo>
                <a:lnTo>
                  <a:pt x="10553" y="723858"/>
                </a:lnTo>
                <a:lnTo>
                  <a:pt x="0" y="737181"/>
                </a:lnTo>
                <a:lnTo>
                  <a:pt x="0" y="1167095"/>
                </a:lnTo>
                <a:lnTo>
                  <a:pt x="38130" y="1138103"/>
                </a:lnTo>
                <a:lnTo>
                  <a:pt x="75140" y="1107757"/>
                </a:lnTo>
                <a:lnTo>
                  <a:pt x="110994" y="1076095"/>
                </a:lnTo>
                <a:lnTo>
                  <a:pt x="145654" y="1043152"/>
                </a:lnTo>
                <a:lnTo>
                  <a:pt x="179083" y="1008967"/>
                </a:lnTo>
                <a:lnTo>
                  <a:pt x="211245" y="973574"/>
                </a:lnTo>
                <a:lnTo>
                  <a:pt x="242103" y="937012"/>
                </a:lnTo>
                <a:lnTo>
                  <a:pt x="271621" y="899317"/>
                </a:lnTo>
                <a:lnTo>
                  <a:pt x="299762" y="860526"/>
                </a:lnTo>
                <a:lnTo>
                  <a:pt x="326489" y="820676"/>
                </a:lnTo>
                <a:lnTo>
                  <a:pt x="351766" y="779803"/>
                </a:lnTo>
                <a:lnTo>
                  <a:pt x="375555" y="737945"/>
                </a:lnTo>
                <a:lnTo>
                  <a:pt x="397820" y="695137"/>
                </a:lnTo>
                <a:lnTo>
                  <a:pt x="418524" y="651417"/>
                </a:lnTo>
                <a:lnTo>
                  <a:pt x="437632" y="606822"/>
                </a:lnTo>
                <a:lnTo>
                  <a:pt x="455105" y="561389"/>
                </a:lnTo>
                <a:lnTo>
                  <a:pt x="470907" y="515154"/>
                </a:lnTo>
                <a:lnTo>
                  <a:pt x="485002" y="468154"/>
                </a:lnTo>
                <a:lnTo>
                  <a:pt x="497353" y="420425"/>
                </a:lnTo>
                <a:lnTo>
                  <a:pt x="507923" y="372006"/>
                </a:lnTo>
                <a:lnTo>
                  <a:pt x="516675" y="322931"/>
                </a:lnTo>
                <a:lnTo>
                  <a:pt x="523573" y="273239"/>
                </a:lnTo>
                <a:lnTo>
                  <a:pt x="528580" y="222967"/>
                </a:lnTo>
                <a:lnTo>
                  <a:pt x="767369" y="222967"/>
                </a:lnTo>
                <a:lnTo>
                  <a:pt x="767369" y="824938"/>
                </a:lnTo>
                <a:lnTo>
                  <a:pt x="1021822" y="824938"/>
                </a:lnTo>
                <a:lnTo>
                  <a:pt x="1021822" y="222967"/>
                </a:lnTo>
                <a:lnTo>
                  <a:pt x="1259584" y="222967"/>
                </a:lnTo>
                <a:lnTo>
                  <a:pt x="1264591" y="273239"/>
                </a:lnTo>
                <a:lnTo>
                  <a:pt x="1271490" y="322931"/>
                </a:lnTo>
                <a:lnTo>
                  <a:pt x="1280243" y="372006"/>
                </a:lnTo>
                <a:lnTo>
                  <a:pt x="1290813" y="420425"/>
                </a:lnTo>
                <a:lnTo>
                  <a:pt x="1303165" y="468154"/>
                </a:lnTo>
                <a:lnTo>
                  <a:pt x="1317261" y="515154"/>
                </a:lnTo>
                <a:lnTo>
                  <a:pt x="1333064" y="561389"/>
                </a:lnTo>
                <a:lnTo>
                  <a:pt x="1350538" y="606822"/>
                </a:lnTo>
                <a:lnTo>
                  <a:pt x="1369647" y="651417"/>
                </a:lnTo>
                <a:lnTo>
                  <a:pt x="1390352" y="695137"/>
                </a:lnTo>
                <a:lnTo>
                  <a:pt x="1412618" y="737945"/>
                </a:lnTo>
                <a:lnTo>
                  <a:pt x="1436409" y="779803"/>
                </a:lnTo>
                <a:lnTo>
                  <a:pt x="1461686" y="820676"/>
                </a:lnTo>
                <a:lnTo>
                  <a:pt x="1488414" y="860526"/>
                </a:lnTo>
                <a:lnTo>
                  <a:pt x="1516555" y="899317"/>
                </a:lnTo>
                <a:lnTo>
                  <a:pt x="1546074" y="937012"/>
                </a:lnTo>
                <a:lnTo>
                  <a:pt x="1576933" y="973574"/>
                </a:lnTo>
                <a:lnTo>
                  <a:pt x="1609095" y="1008967"/>
                </a:lnTo>
                <a:lnTo>
                  <a:pt x="1642524" y="1043152"/>
                </a:lnTo>
                <a:lnTo>
                  <a:pt x="1677184" y="1076095"/>
                </a:lnTo>
                <a:lnTo>
                  <a:pt x="1713036" y="1107757"/>
                </a:lnTo>
                <a:lnTo>
                  <a:pt x="1750046" y="1138103"/>
                </a:lnTo>
                <a:lnTo>
                  <a:pt x="1788175" y="1167095"/>
                </a:lnTo>
                <a:lnTo>
                  <a:pt x="1788175" y="737181"/>
                </a:lnTo>
                <a:lnTo>
                  <a:pt x="1771475" y="715805"/>
                </a:lnTo>
                <a:lnTo>
                  <a:pt x="1766040" y="708575"/>
                </a:lnTo>
                <a:lnTo>
                  <a:pt x="1719158" y="656181"/>
                </a:lnTo>
                <a:lnTo>
                  <a:pt x="1697235" y="623963"/>
                </a:lnTo>
                <a:lnTo>
                  <a:pt x="1676429" y="587991"/>
                </a:lnTo>
                <a:lnTo>
                  <a:pt x="1656822" y="548457"/>
                </a:lnTo>
                <a:lnTo>
                  <a:pt x="1638493" y="505558"/>
                </a:lnTo>
                <a:lnTo>
                  <a:pt x="1621523" y="459485"/>
                </a:lnTo>
                <a:lnTo>
                  <a:pt x="1605991" y="410435"/>
                </a:lnTo>
                <a:lnTo>
                  <a:pt x="1591978" y="358600"/>
                </a:lnTo>
                <a:lnTo>
                  <a:pt x="1579564" y="304175"/>
                </a:lnTo>
                <a:lnTo>
                  <a:pt x="1568828" y="247355"/>
                </a:lnTo>
                <a:lnTo>
                  <a:pt x="1559852" y="188333"/>
                </a:lnTo>
                <a:lnTo>
                  <a:pt x="1552714" y="127304"/>
                </a:lnTo>
                <a:lnTo>
                  <a:pt x="1547496" y="64461"/>
                </a:lnTo>
                <a:lnTo>
                  <a:pt x="1544277" y="0"/>
                </a:lnTo>
                <a:close/>
              </a:path>
            </a:pathLst>
          </a:custGeom>
          <a:solidFill>
            <a:srgbClr val="C99C7B">
              <a:alpha val="19999"/>
            </a:srgbClr>
          </a:solidFill>
        </p:spPr>
        <p:txBody>
          <a:bodyPr wrap="square" lIns="0" tIns="0" rIns="0" bIns="0" rtlCol="0"/>
          <a:lstStyle/>
          <a:p>
            <a:endParaRPr/>
          </a:p>
        </p:txBody>
      </p:sp>
      <p:sp>
        <p:nvSpPr>
          <p:cNvPr id="20" name="object 20"/>
          <p:cNvSpPr/>
          <p:nvPr/>
        </p:nvSpPr>
        <p:spPr>
          <a:xfrm>
            <a:off x="17274336" y="175466"/>
            <a:ext cx="1788795" cy="1167130"/>
          </a:xfrm>
          <a:custGeom>
            <a:avLst/>
            <a:gdLst/>
            <a:ahLst/>
            <a:cxnLst/>
            <a:rect l="l" t="t" r="r" b="b"/>
            <a:pathLst>
              <a:path w="1788794" h="1167130">
                <a:moveTo>
                  <a:pt x="1788175" y="0"/>
                </a:moveTo>
                <a:lnTo>
                  <a:pt x="1750046" y="28985"/>
                </a:lnTo>
                <a:lnTo>
                  <a:pt x="1713037" y="59324"/>
                </a:lnTo>
                <a:lnTo>
                  <a:pt x="1677184" y="90981"/>
                </a:lnTo>
                <a:lnTo>
                  <a:pt x="1642524" y="123918"/>
                </a:lnTo>
                <a:lnTo>
                  <a:pt x="1609095" y="158098"/>
                </a:lnTo>
                <a:lnTo>
                  <a:pt x="1576933" y="193486"/>
                </a:lnTo>
                <a:lnTo>
                  <a:pt x="1546075" y="230043"/>
                </a:lnTo>
                <a:lnTo>
                  <a:pt x="1516556" y="267734"/>
                </a:lnTo>
                <a:lnTo>
                  <a:pt x="1488416" y="306522"/>
                </a:lnTo>
                <a:lnTo>
                  <a:pt x="1461688" y="346369"/>
                </a:lnTo>
                <a:lnTo>
                  <a:pt x="1436412" y="387239"/>
                </a:lnTo>
                <a:lnTo>
                  <a:pt x="1412623" y="429095"/>
                </a:lnTo>
                <a:lnTo>
                  <a:pt x="1390358" y="471901"/>
                </a:lnTo>
                <a:lnTo>
                  <a:pt x="1369654" y="515619"/>
                </a:lnTo>
                <a:lnTo>
                  <a:pt x="1350547" y="560212"/>
                </a:lnTo>
                <a:lnTo>
                  <a:pt x="1333075" y="605645"/>
                </a:lnTo>
                <a:lnTo>
                  <a:pt x="1317273" y="651880"/>
                </a:lnTo>
                <a:lnTo>
                  <a:pt x="1303180" y="698881"/>
                </a:lnTo>
                <a:lnTo>
                  <a:pt x="1290831" y="746609"/>
                </a:lnTo>
                <a:lnTo>
                  <a:pt x="1280264" y="795030"/>
                </a:lnTo>
                <a:lnTo>
                  <a:pt x="1271514" y="844106"/>
                </a:lnTo>
                <a:lnTo>
                  <a:pt x="1264619" y="893800"/>
                </a:lnTo>
                <a:lnTo>
                  <a:pt x="1259616" y="944075"/>
                </a:lnTo>
                <a:lnTo>
                  <a:pt x="1020817" y="944075"/>
                </a:lnTo>
                <a:lnTo>
                  <a:pt x="1020817" y="342146"/>
                </a:lnTo>
                <a:lnTo>
                  <a:pt x="766332" y="342146"/>
                </a:lnTo>
                <a:lnTo>
                  <a:pt x="766332" y="944075"/>
                </a:lnTo>
                <a:lnTo>
                  <a:pt x="528580" y="944075"/>
                </a:lnTo>
                <a:lnTo>
                  <a:pt x="523573" y="893800"/>
                </a:lnTo>
                <a:lnTo>
                  <a:pt x="516675" y="844106"/>
                </a:lnTo>
                <a:lnTo>
                  <a:pt x="507923" y="795030"/>
                </a:lnTo>
                <a:lnTo>
                  <a:pt x="497353" y="746609"/>
                </a:lnTo>
                <a:lnTo>
                  <a:pt x="485002" y="698881"/>
                </a:lnTo>
                <a:lnTo>
                  <a:pt x="470907" y="651880"/>
                </a:lnTo>
                <a:lnTo>
                  <a:pt x="455105" y="605645"/>
                </a:lnTo>
                <a:lnTo>
                  <a:pt x="437632" y="560212"/>
                </a:lnTo>
                <a:lnTo>
                  <a:pt x="418524" y="515619"/>
                </a:lnTo>
                <a:lnTo>
                  <a:pt x="397820" y="471901"/>
                </a:lnTo>
                <a:lnTo>
                  <a:pt x="375555" y="429095"/>
                </a:lnTo>
                <a:lnTo>
                  <a:pt x="351766" y="387239"/>
                </a:lnTo>
                <a:lnTo>
                  <a:pt x="326489" y="346369"/>
                </a:lnTo>
                <a:lnTo>
                  <a:pt x="299762" y="306522"/>
                </a:lnTo>
                <a:lnTo>
                  <a:pt x="271621" y="267734"/>
                </a:lnTo>
                <a:lnTo>
                  <a:pt x="242103" y="230043"/>
                </a:lnTo>
                <a:lnTo>
                  <a:pt x="211245" y="193486"/>
                </a:lnTo>
                <a:lnTo>
                  <a:pt x="179083" y="158098"/>
                </a:lnTo>
                <a:lnTo>
                  <a:pt x="145654" y="123918"/>
                </a:lnTo>
                <a:lnTo>
                  <a:pt x="110994" y="90981"/>
                </a:lnTo>
                <a:lnTo>
                  <a:pt x="75140" y="59324"/>
                </a:lnTo>
                <a:lnTo>
                  <a:pt x="38130" y="28985"/>
                </a:lnTo>
                <a:lnTo>
                  <a:pt x="0" y="0"/>
                </a:lnTo>
                <a:lnTo>
                  <a:pt x="0" y="429892"/>
                </a:lnTo>
                <a:lnTo>
                  <a:pt x="22135" y="458457"/>
                </a:lnTo>
                <a:lnTo>
                  <a:pt x="46060" y="482596"/>
                </a:lnTo>
                <a:lnTo>
                  <a:pt x="69026" y="510876"/>
                </a:lnTo>
                <a:lnTo>
                  <a:pt x="90952" y="543104"/>
                </a:lnTo>
                <a:lnTo>
                  <a:pt x="111760" y="579086"/>
                </a:lnTo>
                <a:lnTo>
                  <a:pt x="131368" y="618626"/>
                </a:lnTo>
                <a:lnTo>
                  <a:pt x="149697" y="661530"/>
                </a:lnTo>
                <a:lnTo>
                  <a:pt x="166668" y="707606"/>
                </a:lnTo>
                <a:lnTo>
                  <a:pt x="182200" y="756657"/>
                </a:lnTo>
                <a:lnTo>
                  <a:pt x="196213" y="808491"/>
                </a:lnTo>
                <a:lnTo>
                  <a:pt x="208628" y="862913"/>
                </a:lnTo>
                <a:lnTo>
                  <a:pt x="219364" y="919728"/>
                </a:lnTo>
                <a:lnTo>
                  <a:pt x="228342" y="978743"/>
                </a:lnTo>
                <a:lnTo>
                  <a:pt x="235483" y="1039763"/>
                </a:lnTo>
                <a:lnTo>
                  <a:pt x="240705" y="1102594"/>
                </a:lnTo>
                <a:lnTo>
                  <a:pt x="243929" y="1167042"/>
                </a:lnTo>
                <a:lnTo>
                  <a:pt x="1551031" y="1167042"/>
                </a:lnTo>
                <a:lnTo>
                  <a:pt x="1554233" y="1102871"/>
                </a:lnTo>
                <a:lnTo>
                  <a:pt x="1559417" y="1040304"/>
                </a:lnTo>
                <a:lnTo>
                  <a:pt x="1566502" y="979533"/>
                </a:lnTo>
                <a:lnTo>
                  <a:pt x="1575411" y="920748"/>
                </a:lnTo>
                <a:lnTo>
                  <a:pt x="1586064" y="864142"/>
                </a:lnTo>
                <a:lnTo>
                  <a:pt x="1598383" y="809906"/>
                </a:lnTo>
                <a:lnTo>
                  <a:pt x="1612288" y="758230"/>
                </a:lnTo>
                <a:lnTo>
                  <a:pt x="1627701" y="709308"/>
                </a:lnTo>
                <a:lnTo>
                  <a:pt x="1644542" y="663329"/>
                </a:lnTo>
                <a:lnTo>
                  <a:pt x="1662732" y="620485"/>
                </a:lnTo>
                <a:lnTo>
                  <a:pt x="1682194" y="580967"/>
                </a:lnTo>
                <a:lnTo>
                  <a:pt x="1702847" y="544968"/>
                </a:lnTo>
                <a:lnTo>
                  <a:pt x="1724613" y="512678"/>
                </a:lnTo>
                <a:lnTo>
                  <a:pt x="1747412" y="484288"/>
                </a:lnTo>
                <a:lnTo>
                  <a:pt x="1757270" y="470444"/>
                </a:lnTo>
                <a:lnTo>
                  <a:pt x="1767334" y="456745"/>
                </a:lnTo>
                <a:lnTo>
                  <a:pt x="1777629" y="443218"/>
                </a:lnTo>
                <a:lnTo>
                  <a:pt x="1788175" y="429892"/>
                </a:lnTo>
                <a:lnTo>
                  <a:pt x="1788175" y="0"/>
                </a:lnTo>
                <a:close/>
              </a:path>
            </a:pathLst>
          </a:custGeom>
          <a:solidFill>
            <a:srgbClr val="C99C7B">
              <a:alpha val="19999"/>
            </a:srgbClr>
          </a:solidFill>
        </p:spPr>
        <p:txBody>
          <a:bodyPr wrap="square" lIns="0" tIns="0" rIns="0" bIns="0" rtlCol="0"/>
          <a:lstStyle/>
          <a:p>
            <a:endParaRPr/>
          </a:p>
        </p:txBody>
      </p:sp>
      <p:sp>
        <p:nvSpPr>
          <p:cNvPr id="21" name="object 21"/>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a:p>
        </p:txBody>
      </p:sp>
      <p:sp>
        <p:nvSpPr>
          <p:cNvPr id="2" name="object 24">
            <a:extLst>
              <a:ext uri="{FF2B5EF4-FFF2-40B4-BE49-F238E27FC236}">
                <a16:creationId xmlns:a16="http://schemas.microsoft.com/office/drawing/2014/main" id="{9AAF2A26-A844-589E-2820-102BDD065FC3}"/>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4" name="Espaço Reservado para Número de Slide 3">
            <a:extLst>
              <a:ext uri="{FF2B5EF4-FFF2-40B4-BE49-F238E27FC236}">
                <a16:creationId xmlns:a16="http://schemas.microsoft.com/office/drawing/2014/main" id="{A270C42F-3CF4-ADEA-1F5D-5323D33F8983}"/>
              </a:ext>
            </a:extLst>
          </p:cNvPr>
          <p:cNvSpPr>
            <a:spLocks noGrp="1"/>
          </p:cNvSpPr>
          <p:nvPr>
            <p:ph type="sldNum" sz="quarter" idx="7"/>
          </p:nvPr>
        </p:nvSpPr>
        <p:spPr>
          <a:xfrm>
            <a:off x="14998873" y="10988675"/>
            <a:ext cx="4623943" cy="565467"/>
          </a:xfrm>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12</a:t>
            </a:fld>
            <a:endParaRPr lang="en-US" sz="1400" dirty="0">
              <a:solidFill>
                <a:schemeClr val="bg1"/>
              </a:solidFill>
              <a:latin typeface="Futura Lt BT" panose="020B0402020204020303" pitchFamily="34" charset="0"/>
            </a:endParaRPr>
          </a:p>
        </p:txBody>
      </p:sp>
    </p:spTree>
    <p:extLst>
      <p:ext uri="{BB962C8B-B14F-4D97-AF65-F5344CB8AC3E}">
        <p14:creationId xmlns:p14="http://schemas.microsoft.com/office/powerpoint/2010/main" val="436783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60606">
              <a:alpha val="69999"/>
            </a:srgbClr>
          </a:solidFill>
        </p:spPr>
        <p:txBody>
          <a:bodyPr wrap="square" lIns="0" tIns="0" rIns="0" bIns="0" rtlCol="0"/>
          <a:lstStyle/>
          <a:p>
            <a:endParaRPr/>
          </a:p>
        </p:txBody>
      </p:sp>
      <p:sp>
        <p:nvSpPr>
          <p:cNvPr id="3" name="object 3"/>
          <p:cNvSpPr/>
          <p:nvPr/>
        </p:nvSpPr>
        <p:spPr>
          <a:xfrm>
            <a:off x="9737923" y="5183088"/>
            <a:ext cx="10366375" cy="1550035"/>
          </a:xfrm>
          <a:custGeom>
            <a:avLst/>
            <a:gdLst/>
            <a:ahLst/>
            <a:cxnLst/>
            <a:rect l="l" t="t" r="r" b="b"/>
            <a:pathLst>
              <a:path w="10366375" h="1550034">
                <a:moveTo>
                  <a:pt x="0" y="1549691"/>
                </a:moveTo>
                <a:lnTo>
                  <a:pt x="10366176" y="1549691"/>
                </a:lnTo>
                <a:lnTo>
                  <a:pt x="10366176" y="0"/>
                </a:lnTo>
                <a:lnTo>
                  <a:pt x="0" y="0"/>
                </a:lnTo>
                <a:lnTo>
                  <a:pt x="0" y="1549691"/>
                </a:lnTo>
                <a:close/>
              </a:path>
            </a:pathLst>
          </a:custGeom>
          <a:solidFill>
            <a:srgbClr val="090706">
              <a:alpha val="64999"/>
            </a:srgbClr>
          </a:solidFill>
        </p:spPr>
        <p:txBody>
          <a:bodyPr wrap="square" lIns="0" tIns="0" rIns="0" bIns="0" rtlCol="0"/>
          <a:lstStyle/>
          <a:p>
            <a:endParaRPr/>
          </a:p>
        </p:txBody>
      </p:sp>
      <p:sp>
        <p:nvSpPr>
          <p:cNvPr id="4" name="object 4"/>
          <p:cNvSpPr txBox="1">
            <a:spLocks noGrp="1"/>
          </p:cNvSpPr>
          <p:nvPr>
            <p:ph type="title"/>
          </p:nvPr>
        </p:nvSpPr>
        <p:spPr>
          <a:xfrm>
            <a:off x="10688545" y="5447907"/>
            <a:ext cx="5307105" cy="837409"/>
          </a:xfrm>
          <a:prstGeom prst="rect">
            <a:avLst/>
          </a:prstGeom>
        </p:spPr>
        <p:txBody>
          <a:bodyPr vert="horz" wrap="square" lIns="0" tIns="13970" rIns="0" bIns="0" rtlCol="0">
            <a:spAutoFit/>
          </a:bodyPr>
          <a:lstStyle/>
          <a:p>
            <a:pPr marL="12700">
              <a:lnSpc>
                <a:spcPct val="100000"/>
              </a:lnSpc>
              <a:spcBef>
                <a:spcPts val="110"/>
              </a:spcBef>
            </a:pPr>
            <a:r>
              <a:rPr sz="5350" spc="-25" dirty="0">
                <a:solidFill>
                  <a:srgbClr val="F3FFCC"/>
                </a:solidFill>
                <a:latin typeface="Futura Lt BT Light"/>
              </a:rPr>
              <a:t>INVESTIMENTO</a:t>
            </a:r>
            <a:endParaRPr sz="5350" dirty="0">
              <a:latin typeface="Futura Lt BT Light"/>
            </a:endParaRPr>
          </a:p>
        </p:txBody>
      </p:sp>
      <p:sp>
        <p:nvSpPr>
          <p:cNvPr id="5" name="object 5"/>
          <p:cNvSpPr/>
          <p:nvPr/>
        </p:nvSpPr>
        <p:spPr>
          <a:xfrm>
            <a:off x="10334763" y="5580981"/>
            <a:ext cx="41910" cy="764540"/>
          </a:xfrm>
          <a:custGeom>
            <a:avLst/>
            <a:gdLst/>
            <a:ahLst/>
            <a:cxnLst/>
            <a:rect l="l" t="t" r="r" b="b"/>
            <a:pathLst>
              <a:path w="41909" h="764539">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7" name="Espaço Reservado para Número de Slide 6">
            <a:extLst>
              <a:ext uri="{FF2B5EF4-FFF2-40B4-BE49-F238E27FC236}">
                <a16:creationId xmlns:a16="http://schemas.microsoft.com/office/drawing/2014/main" id="{F0CD3811-1097-E140-2269-38527C4B05AB}"/>
              </a:ext>
            </a:extLst>
          </p:cNvPr>
          <p:cNvSpPr>
            <a:spLocks noGrp="1"/>
          </p:cNvSpPr>
          <p:nvPr>
            <p:ph type="sldNum" sz="quarter" idx="7"/>
          </p:nvPr>
        </p:nvSpPr>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13</a:t>
            </a:fld>
            <a:endParaRPr lang="en-US" sz="1400" dirty="0">
              <a:solidFill>
                <a:schemeClr val="bg1"/>
              </a:solidFill>
              <a:latin typeface="Futura Lt BT" panose="020B0402020204020303"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5323" y="4658137"/>
            <a:ext cx="8479155" cy="1296670"/>
          </a:xfrm>
          <a:custGeom>
            <a:avLst/>
            <a:gdLst/>
            <a:ahLst/>
            <a:cxnLst/>
            <a:rect l="l" t="t" r="r" b="b"/>
            <a:pathLst>
              <a:path w="8479155" h="1296670">
                <a:moveTo>
                  <a:pt x="8478558" y="623506"/>
                </a:moveTo>
                <a:lnTo>
                  <a:pt x="8473059" y="575081"/>
                </a:lnTo>
                <a:lnTo>
                  <a:pt x="8462048" y="528510"/>
                </a:lnTo>
                <a:lnTo>
                  <a:pt x="8445525" y="485051"/>
                </a:lnTo>
                <a:lnTo>
                  <a:pt x="8423491" y="445947"/>
                </a:lnTo>
                <a:lnTo>
                  <a:pt x="8395957" y="412445"/>
                </a:lnTo>
                <a:lnTo>
                  <a:pt x="7014426" y="412445"/>
                </a:lnTo>
                <a:lnTo>
                  <a:pt x="7022249" y="398576"/>
                </a:lnTo>
                <a:lnTo>
                  <a:pt x="7038772" y="355117"/>
                </a:lnTo>
                <a:lnTo>
                  <a:pt x="7049783" y="308559"/>
                </a:lnTo>
                <a:lnTo>
                  <a:pt x="7055282" y="260121"/>
                </a:lnTo>
                <a:lnTo>
                  <a:pt x="7055282" y="211061"/>
                </a:lnTo>
                <a:lnTo>
                  <a:pt x="7049783" y="162623"/>
                </a:lnTo>
                <a:lnTo>
                  <a:pt x="7038772" y="116065"/>
                </a:lnTo>
                <a:lnTo>
                  <a:pt x="7022249" y="72605"/>
                </a:lnTo>
                <a:lnTo>
                  <a:pt x="7000214" y="33502"/>
                </a:lnTo>
                <a:lnTo>
                  <a:pt x="6972681" y="0"/>
                </a:lnTo>
                <a:lnTo>
                  <a:pt x="82600" y="0"/>
                </a:lnTo>
                <a:lnTo>
                  <a:pt x="55067" y="33502"/>
                </a:lnTo>
                <a:lnTo>
                  <a:pt x="33032" y="72605"/>
                </a:lnTo>
                <a:lnTo>
                  <a:pt x="16510" y="116065"/>
                </a:lnTo>
                <a:lnTo>
                  <a:pt x="5499" y="162623"/>
                </a:lnTo>
                <a:lnTo>
                  <a:pt x="0" y="211061"/>
                </a:lnTo>
                <a:lnTo>
                  <a:pt x="0" y="260121"/>
                </a:lnTo>
                <a:lnTo>
                  <a:pt x="5499" y="308559"/>
                </a:lnTo>
                <a:lnTo>
                  <a:pt x="16510" y="355117"/>
                </a:lnTo>
                <a:lnTo>
                  <a:pt x="33032" y="398576"/>
                </a:lnTo>
                <a:lnTo>
                  <a:pt x="55067" y="437680"/>
                </a:lnTo>
                <a:lnTo>
                  <a:pt x="58458" y="441820"/>
                </a:lnTo>
                <a:lnTo>
                  <a:pt x="55067" y="445947"/>
                </a:lnTo>
                <a:lnTo>
                  <a:pt x="33032" y="485051"/>
                </a:lnTo>
                <a:lnTo>
                  <a:pt x="16510" y="528510"/>
                </a:lnTo>
                <a:lnTo>
                  <a:pt x="5499" y="575081"/>
                </a:lnTo>
                <a:lnTo>
                  <a:pt x="0" y="623506"/>
                </a:lnTo>
                <a:lnTo>
                  <a:pt x="0" y="672566"/>
                </a:lnTo>
                <a:lnTo>
                  <a:pt x="5499" y="721004"/>
                </a:lnTo>
                <a:lnTo>
                  <a:pt x="16510" y="767575"/>
                </a:lnTo>
                <a:lnTo>
                  <a:pt x="33032" y="811034"/>
                </a:lnTo>
                <a:lnTo>
                  <a:pt x="55067" y="850125"/>
                </a:lnTo>
                <a:lnTo>
                  <a:pt x="58458" y="854265"/>
                </a:lnTo>
                <a:lnTo>
                  <a:pt x="55067" y="858393"/>
                </a:lnTo>
                <a:lnTo>
                  <a:pt x="33032" y="897496"/>
                </a:lnTo>
                <a:lnTo>
                  <a:pt x="16510" y="940955"/>
                </a:lnTo>
                <a:lnTo>
                  <a:pt x="5499" y="987526"/>
                </a:lnTo>
                <a:lnTo>
                  <a:pt x="0" y="1035964"/>
                </a:lnTo>
                <a:lnTo>
                  <a:pt x="0" y="1085011"/>
                </a:lnTo>
                <a:lnTo>
                  <a:pt x="5499" y="1133449"/>
                </a:lnTo>
                <a:lnTo>
                  <a:pt x="16510" y="1180020"/>
                </a:lnTo>
                <a:lnTo>
                  <a:pt x="33032" y="1223479"/>
                </a:lnTo>
                <a:lnTo>
                  <a:pt x="55067" y="1262583"/>
                </a:lnTo>
                <a:lnTo>
                  <a:pt x="82600" y="1296085"/>
                </a:lnTo>
                <a:lnTo>
                  <a:pt x="7341425" y="1296085"/>
                </a:lnTo>
                <a:lnTo>
                  <a:pt x="7368959" y="1262583"/>
                </a:lnTo>
                <a:lnTo>
                  <a:pt x="7390993" y="1223479"/>
                </a:lnTo>
                <a:lnTo>
                  <a:pt x="7407516" y="1180020"/>
                </a:lnTo>
                <a:lnTo>
                  <a:pt x="7418527" y="1133449"/>
                </a:lnTo>
                <a:lnTo>
                  <a:pt x="7424039" y="1085011"/>
                </a:lnTo>
                <a:lnTo>
                  <a:pt x="7424039" y="1035964"/>
                </a:lnTo>
                <a:lnTo>
                  <a:pt x="7418527" y="987526"/>
                </a:lnTo>
                <a:lnTo>
                  <a:pt x="7407516" y="940955"/>
                </a:lnTo>
                <a:lnTo>
                  <a:pt x="7390993" y="897496"/>
                </a:lnTo>
                <a:lnTo>
                  <a:pt x="7383183" y="883640"/>
                </a:lnTo>
                <a:lnTo>
                  <a:pt x="8395957" y="883640"/>
                </a:lnTo>
                <a:lnTo>
                  <a:pt x="8423491" y="850125"/>
                </a:lnTo>
                <a:lnTo>
                  <a:pt x="8445525" y="811034"/>
                </a:lnTo>
                <a:lnTo>
                  <a:pt x="8462048" y="767575"/>
                </a:lnTo>
                <a:lnTo>
                  <a:pt x="8473059" y="721004"/>
                </a:lnTo>
                <a:lnTo>
                  <a:pt x="8478558" y="672566"/>
                </a:lnTo>
                <a:lnTo>
                  <a:pt x="8478558" y="623506"/>
                </a:lnTo>
                <a:close/>
              </a:path>
            </a:pathLst>
          </a:custGeom>
          <a:solidFill>
            <a:srgbClr val="FBF485">
              <a:alpha val="39999"/>
            </a:srgbClr>
          </a:solidFill>
        </p:spPr>
        <p:txBody>
          <a:bodyPr wrap="square" lIns="0" tIns="0" rIns="0" bIns="0" rtlCol="0"/>
          <a:lstStyle/>
          <a:p>
            <a:endParaRPr lang="pt-BR" noProof="0" dirty="0"/>
          </a:p>
        </p:txBody>
      </p:sp>
      <p:grpSp>
        <p:nvGrpSpPr>
          <p:cNvPr id="3" name="object 3"/>
          <p:cNvGrpSpPr/>
          <p:nvPr/>
        </p:nvGrpSpPr>
        <p:grpSpPr>
          <a:xfrm>
            <a:off x="0" y="1768474"/>
            <a:ext cx="15958185" cy="9249013"/>
            <a:chOff x="0" y="2617721"/>
            <a:chExt cx="15958185" cy="6240780"/>
          </a:xfrm>
        </p:grpSpPr>
        <p:sp>
          <p:nvSpPr>
            <p:cNvPr id="4" name="object 4"/>
            <p:cNvSpPr/>
            <p:nvPr/>
          </p:nvSpPr>
          <p:spPr>
            <a:xfrm>
              <a:off x="3566274" y="3420789"/>
              <a:ext cx="5960745" cy="471805"/>
            </a:xfrm>
            <a:custGeom>
              <a:avLst/>
              <a:gdLst/>
              <a:ahLst/>
              <a:cxnLst/>
              <a:rect l="l" t="t" r="r" b="b"/>
              <a:pathLst>
                <a:path w="5960745" h="471804">
                  <a:moveTo>
                    <a:pt x="1624317" y="211061"/>
                  </a:moveTo>
                  <a:lnTo>
                    <a:pt x="1618805" y="162623"/>
                  </a:lnTo>
                  <a:lnTo>
                    <a:pt x="1607794" y="116065"/>
                  </a:lnTo>
                  <a:lnTo>
                    <a:pt x="1591271" y="72605"/>
                  </a:lnTo>
                  <a:lnTo>
                    <a:pt x="1569250" y="33502"/>
                  </a:lnTo>
                  <a:lnTo>
                    <a:pt x="1541716" y="0"/>
                  </a:lnTo>
                  <a:lnTo>
                    <a:pt x="82613" y="0"/>
                  </a:lnTo>
                  <a:lnTo>
                    <a:pt x="55079" y="33502"/>
                  </a:lnTo>
                  <a:lnTo>
                    <a:pt x="33045" y="72605"/>
                  </a:lnTo>
                  <a:lnTo>
                    <a:pt x="16522" y="116065"/>
                  </a:lnTo>
                  <a:lnTo>
                    <a:pt x="5511" y="162623"/>
                  </a:lnTo>
                  <a:lnTo>
                    <a:pt x="0" y="211061"/>
                  </a:lnTo>
                  <a:lnTo>
                    <a:pt x="0" y="260121"/>
                  </a:lnTo>
                  <a:lnTo>
                    <a:pt x="5511" y="308559"/>
                  </a:lnTo>
                  <a:lnTo>
                    <a:pt x="16522" y="355130"/>
                  </a:lnTo>
                  <a:lnTo>
                    <a:pt x="33045" y="398576"/>
                  </a:lnTo>
                  <a:lnTo>
                    <a:pt x="55079" y="437680"/>
                  </a:lnTo>
                  <a:lnTo>
                    <a:pt x="82613" y="471195"/>
                  </a:lnTo>
                  <a:lnTo>
                    <a:pt x="1541716" y="471195"/>
                  </a:lnTo>
                  <a:lnTo>
                    <a:pt x="1569250" y="437680"/>
                  </a:lnTo>
                  <a:lnTo>
                    <a:pt x="1591271" y="398576"/>
                  </a:lnTo>
                  <a:lnTo>
                    <a:pt x="1607794" y="355130"/>
                  </a:lnTo>
                  <a:lnTo>
                    <a:pt x="1618805" y="308559"/>
                  </a:lnTo>
                  <a:lnTo>
                    <a:pt x="1624317" y="260121"/>
                  </a:lnTo>
                  <a:lnTo>
                    <a:pt x="1624317" y="211061"/>
                  </a:lnTo>
                  <a:close/>
                </a:path>
                <a:path w="5960745" h="471804">
                  <a:moveTo>
                    <a:pt x="5960224" y="211061"/>
                  </a:moveTo>
                  <a:lnTo>
                    <a:pt x="5954725" y="162623"/>
                  </a:lnTo>
                  <a:lnTo>
                    <a:pt x="5943701" y="116065"/>
                  </a:lnTo>
                  <a:lnTo>
                    <a:pt x="5927179" y="72605"/>
                  </a:lnTo>
                  <a:lnTo>
                    <a:pt x="5905157" y="33502"/>
                  </a:lnTo>
                  <a:lnTo>
                    <a:pt x="5877623" y="0"/>
                  </a:lnTo>
                  <a:lnTo>
                    <a:pt x="1707261" y="0"/>
                  </a:lnTo>
                  <a:lnTo>
                    <a:pt x="1679727" y="33502"/>
                  </a:lnTo>
                  <a:lnTo>
                    <a:pt x="1657692" y="72605"/>
                  </a:lnTo>
                  <a:lnTo>
                    <a:pt x="1641170" y="116065"/>
                  </a:lnTo>
                  <a:lnTo>
                    <a:pt x="1630159" y="162623"/>
                  </a:lnTo>
                  <a:lnTo>
                    <a:pt x="1624647" y="211061"/>
                  </a:lnTo>
                  <a:lnTo>
                    <a:pt x="1624647" y="260121"/>
                  </a:lnTo>
                  <a:lnTo>
                    <a:pt x="1630159" y="308559"/>
                  </a:lnTo>
                  <a:lnTo>
                    <a:pt x="1641170" y="355130"/>
                  </a:lnTo>
                  <a:lnTo>
                    <a:pt x="1657692" y="398576"/>
                  </a:lnTo>
                  <a:lnTo>
                    <a:pt x="1679727" y="437680"/>
                  </a:lnTo>
                  <a:lnTo>
                    <a:pt x="1707261" y="471195"/>
                  </a:lnTo>
                  <a:lnTo>
                    <a:pt x="5877623" y="471195"/>
                  </a:lnTo>
                  <a:lnTo>
                    <a:pt x="5905157" y="437680"/>
                  </a:lnTo>
                  <a:lnTo>
                    <a:pt x="5927179" y="398576"/>
                  </a:lnTo>
                  <a:lnTo>
                    <a:pt x="5943701" y="355130"/>
                  </a:lnTo>
                  <a:lnTo>
                    <a:pt x="5954725" y="308559"/>
                  </a:lnTo>
                  <a:lnTo>
                    <a:pt x="5960224" y="260121"/>
                  </a:lnTo>
                  <a:lnTo>
                    <a:pt x="5960224" y="211061"/>
                  </a:lnTo>
                  <a:close/>
                </a:path>
              </a:pathLst>
            </a:custGeom>
            <a:solidFill>
              <a:srgbClr val="FBF485">
                <a:alpha val="39999"/>
              </a:srgbClr>
            </a:solidFill>
          </p:spPr>
          <p:txBody>
            <a:bodyPr wrap="square" lIns="0" tIns="0" rIns="0" bIns="0" rtlCol="0"/>
            <a:lstStyle/>
            <a:p>
              <a:endParaRPr lang="pt-BR" noProof="0" dirty="0"/>
            </a:p>
          </p:txBody>
        </p:sp>
        <p:sp>
          <p:nvSpPr>
            <p:cNvPr id="5" name="object 5"/>
            <p:cNvSpPr/>
            <p:nvPr/>
          </p:nvSpPr>
          <p:spPr>
            <a:xfrm>
              <a:off x="0" y="2617721"/>
              <a:ext cx="15958185" cy="6240780"/>
            </a:xfrm>
            <a:custGeom>
              <a:avLst/>
              <a:gdLst/>
              <a:ahLst/>
              <a:cxnLst/>
              <a:rect l="l" t="t" r="r" b="b"/>
              <a:pathLst>
                <a:path w="15958185" h="6240780">
                  <a:moveTo>
                    <a:pt x="15957629" y="0"/>
                  </a:moveTo>
                  <a:lnTo>
                    <a:pt x="0" y="0"/>
                  </a:lnTo>
                  <a:lnTo>
                    <a:pt x="0" y="6240647"/>
                  </a:lnTo>
                  <a:lnTo>
                    <a:pt x="15957629" y="6240647"/>
                  </a:lnTo>
                  <a:lnTo>
                    <a:pt x="15957629" y="0"/>
                  </a:lnTo>
                  <a:close/>
                </a:path>
              </a:pathLst>
            </a:custGeom>
            <a:solidFill>
              <a:srgbClr val="006969"/>
            </a:solidFill>
          </p:spPr>
          <p:txBody>
            <a:bodyPr wrap="square" lIns="0" tIns="0" rIns="0" bIns="0" rtlCol="0"/>
            <a:lstStyle/>
            <a:p>
              <a:endParaRPr lang="pt-BR" noProof="0" dirty="0"/>
            </a:p>
          </p:txBody>
        </p:sp>
      </p:grpSp>
      <p:sp>
        <p:nvSpPr>
          <p:cNvPr id="6" name="object 6"/>
          <p:cNvSpPr txBox="1"/>
          <p:nvPr/>
        </p:nvSpPr>
        <p:spPr>
          <a:xfrm>
            <a:off x="542681" y="1905331"/>
            <a:ext cx="15271821" cy="7264489"/>
          </a:xfrm>
          <a:prstGeom prst="rect">
            <a:avLst/>
          </a:prstGeom>
        </p:spPr>
        <p:txBody>
          <a:bodyPr vert="horz" wrap="square" lIns="0" tIns="12065" rIns="0" bIns="0" rtlCol="0">
            <a:spAutoFit/>
          </a:bodyPr>
          <a:lstStyle/>
          <a:p>
            <a:pPr marL="12700" marR="290830" algn="just">
              <a:lnSpc>
                <a:spcPct val="110500"/>
              </a:lnSpc>
              <a:spcBef>
                <a:spcPts val="600"/>
              </a:spcBef>
              <a:spcAft>
                <a:spcPts val="600"/>
              </a:spcAft>
            </a:pPr>
            <a:r>
              <a:rPr lang="pt-BR" sz="2400" dirty="0">
                <a:solidFill>
                  <a:srgbClr val="FFFFFF"/>
                </a:solidFill>
                <a:latin typeface="Futura Lt BT Light"/>
              </a:rPr>
              <a:t>Em função da abrangência dos serviços técnicos e considerando a complexidade do trabalho, o valor para atuação da </a:t>
            </a:r>
            <a:r>
              <a:rPr lang="pt-BR" sz="2400" dirty="0" err="1">
                <a:solidFill>
                  <a:srgbClr val="FFFFFF"/>
                </a:solidFill>
                <a:latin typeface="Futura Lt BT Light"/>
              </a:rPr>
              <a:t>Meden</a:t>
            </a:r>
            <a:r>
              <a:rPr lang="pt-BR" sz="2400" dirty="0">
                <a:solidFill>
                  <a:srgbClr val="FFFFFF"/>
                </a:solidFill>
                <a:latin typeface="Futura Lt BT Light"/>
              </a:rPr>
              <a:t> Consultoria, foi orçado em: {{VALOR_PROPOSTA}} ({{VALOR_PROPOSTA_EXTENSO}}). O valor deverá ser pago da seguinte forma:</a:t>
            </a:r>
          </a:p>
          <a:p>
            <a:pPr marL="12700" marR="290830" algn="just">
              <a:lnSpc>
                <a:spcPct val="110500"/>
              </a:lnSpc>
              <a:spcBef>
                <a:spcPts val="600"/>
              </a:spcBef>
              <a:spcAft>
                <a:spcPts val="600"/>
              </a:spcAft>
            </a:pPr>
            <a:endParaRPr lang="pt-BR" sz="2400" b="1" spc="-15" noProof="0" dirty="0">
              <a:solidFill>
                <a:srgbClr val="FFFFFF"/>
              </a:solidFill>
              <a:latin typeface="Futura Lt BT Light"/>
              <a:cs typeface="Futura PT Book"/>
            </a:endParaRPr>
          </a:p>
          <a:p>
            <a:pPr marL="12700" marR="290830" algn="just">
              <a:lnSpc>
                <a:spcPct val="110500"/>
              </a:lnSpc>
              <a:spcBef>
                <a:spcPts val="600"/>
              </a:spcBef>
              <a:spcAft>
                <a:spcPts val="600"/>
              </a:spcAft>
            </a:pPr>
            <a:r>
              <a:rPr lang="pt-BR" sz="2400" b="1" dirty="0">
                <a:solidFill>
                  <a:srgbClr val="FFFFFF"/>
                </a:solidFill>
                <a:latin typeface="Futura Lt BT Light"/>
                <a:cs typeface="Futura PT Heavy"/>
              </a:rPr>
              <a:t>{{CONDIÇÃO DE PAGAMENTO 1}} </a:t>
            </a:r>
            <a:r>
              <a:rPr lang="pt-BR" sz="2400" b="1" spc="5" noProof="0" dirty="0">
                <a:solidFill>
                  <a:srgbClr val="FFFFFF"/>
                </a:solidFill>
                <a:latin typeface="Futura Lt BT Light"/>
                <a:cs typeface="Futura PT Heavy"/>
              </a:rPr>
              <a:t>no </a:t>
            </a:r>
            <a:r>
              <a:rPr lang="pt-BR" sz="2400" b="1" noProof="0" dirty="0">
                <a:solidFill>
                  <a:srgbClr val="FFFFFF"/>
                </a:solidFill>
                <a:latin typeface="Futura Lt BT Light"/>
                <a:cs typeface="Futura PT Heavy"/>
              </a:rPr>
              <a:t>aceite</a:t>
            </a:r>
            <a:r>
              <a:rPr lang="pt-BR" sz="2400" b="1" spc="5" noProof="0" dirty="0">
                <a:solidFill>
                  <a:srgbClr val="FFFFFF"/>
                </a:solidFill>
                <a:latin typeface="Futura Lt BT Light"/>
                <a:cs typeface="Futura PT Heavy"/>
              </a:rPr>
              <a:t> </a:t>
            </a:r>
            <a:r>
              <a:rPr lang="pt-BR" sz="2400" b="1" noProof="0" dirty="0">
                <a:solidFill>
                  <a:srgbClr val="FFFFFF"/>
                </a:solidFill>
                <a:latin typeface="Futura Lt BT Light"/>
                <a:cs typeface="Futura PT Heavy"/>
              </a:rPr>
              <a:t>da </a:t>
            </a:r>
            <a:r>
              <a:rPr lang="pt-BR" sz="2400" b="1" spc="-10" noProof="0" dirty="0">
                <a:solidFill>
                  <a:srgbClr val="FFFFFF"/>
                </a:solidFill>
                <a:latin typeface="Futura Lt BT Light"/>
                <a:cs typeface="Futura PT Heavy"/>
              </a:rPr>
              <a:t>proposta;</a:t>
            </a:r>
            <a:r>
              <a:rPr lang="pt-BR" sz="2400" noProof="0" dirty="0">
                <a:latin typeface="Futura Lt BT Light"/>
                <a:cs typeface="Futura PT Heavy"/>
              </a:rPr>
              <a:t> </a:t>
            </a:r>
          </a:p>
          <a:p>
            <a:pPr marL="12700" algn="just">
              <a:lnSpc>
                <a:spcPct val="100000"/>
              </a:lnSpc>
              <a:spcBef>
                <a:spcPts val="600"/>
              </a:spcBef>
              <a:spcAft>
                <a:spcPts val="600"/>
              </a:spcAft>
            </a:pPr>
            <a:r>
              <a:rPr lang="pt-BR" sz="2400" b="1" dirty="0">
                <a:solidFill>
                  <a:srgbClr val="FFFFFF"/>
                </a:solidFill>
                <a:latin typeface="Futura Lt BT Light"/>
                <a:cs typeface="Futura PT Heavy"/>
              </a:rPr>
              <a:t>{{CONDIÇÃO DE PAGAMENTO 2}} </a:t>
            </a:r>
            <a:r>
              <a:rPr lang="pt-BR" sz="2400" b="1" spc="-50" dirty="0">
                <a:solidFill>
                  <a:srgbClr val="FFFFFF"/>
                </a:solidFill>
                <a:latin typeface="Futura Lt BT Light"/>
                <a:cs typeface="Futura PT Heavy"/>
              </a:rPr>
              <a:t>na entrega da minuta; e</a:t>
            </a:r>
          </a:p>
          <a:p>
            <a:pPr marL="12700" algn="just">
              <a:lnSpc>
                <a:spcPct val="100000"/>
              </a:lnSpc>
              <a:spcBef>
                <a:spcPts val="600"/>
              </a:spcBef>
              <a:spcAft>
                <a:spcPts val="600"/>
              </a:spcAft>
            </a:pPr>
            <a:r>
              <a:rPr lang="pt-BR" sz="2400" b="1" dirty="0">
                <a:solidFill>
                  <a:srgbClr val="FFFFFF"/>
                </a:solidFill>
                <a:latin typeface="Futura Lt BT Light"/>
                <a:cs typeface="Futura PT Heavy"/>
              </a:rPr>
              <a:t>{{CONDIÇÃO DE PAGAMENTO 3}} </a:t>
            </a:r>
            <a:r>
              <a:rPr lang="pt-BR" sz="2400" b="1" spc="-50" noProof="0" dirty="0">
                <a:solidFill>
                  <a:srgbClr val="FFFFFF"/>
                </a:solidFill>
                <a:latin typeface="Futura Lt BT Light"/>
                <a:cs typeface="Futura PT Heavy"/>
              </a:rPr>
              <a:t>na entrega da versão final</a:t>
            </a:r>
            <a:r>
              <a:rPr lang="pt-BR" sz="2400" b="1" spc="-10" noProof="0" dirty="0">
                <a:solidFill>
                  <a:srgbClr val="FFFFFF"/>
                </a:solidFill>
                <a:latin typeface="Futura Lt BT Light"/>
                <a:cs typeface="Futura PT Heavy"/>
              </a:rPr>
              <a:t>.</a:t>
            </a:r>
            <a:endParaRPr lang="pt-BR" sz="2400" noProof="0" dirty="0">
              <a:latin typeface="Futura Lt BT Light"/>
              <a:cs typeface="Futura PT Heavy"/>
            </a:endParaRPr>
          </a:p>
          <a:p>
            <a:pPr algn="just">
              <a:lnSpc>
                <a:spcPct val="100000"/>
              </a:lnSpc>
              <a:spcBef>
                <a:spcPts val="600"/>
              </a:spcBef>
              <a:spcAft>
                <a:spcPts val="600"/>
              </a:spcAft>
            </a:pPr>
            <a:endParaRPr lang="pt-BR" sz="2400" noProof="0" dirty="0">
              <a:latin typeface="Futura Lt BT Light"/>
              <a:cs typeface="Futura PT Heavy"/>
            </a:endParaRPr>
          </a:p>
          <a:p>
            <a:pPr marL="12700" algn="just">
              <a:lnSpc>
                <a:spcPct val="100000"/>
              </a:lnSpc>
              <a:spcBef>
                <a:spcPts val="600"/>
              </a:spcBef>
              <a:spcAft>
                <a:spcPts val="600"/>
              </a:spcAft>
            </a:pPr>
            <a:r>
              <a:rPr lang="pt-BR" sz="2400" b="1" noProof="0" dirty="0">
                <a:solidFill>
                  <a:srgbClr val="FFFFFF"/>
                </a:solidFill>
                <a:latin typeface="Futura Lt BT Light"/>
                <a:cs typeface="Futura PT Heavy"/>
              </a:rPr>
              <a:t>O</a:t>
            </a:r>
            <a:r>
              <a:rPr lang="pt-BR" sz="2400" b="1" spc="-5" noProof="0" dirty="0">
                <a:solidFill>
                  <a:srgbClr val="FFFFFF"/>
                </a:solidFill>
                <a:latin typeface="Futura Lt BT Light"/>
                <a:cs typeface="Futura PT Heavy"/>
              </a:rPr>
              <a:t> </a:t>
            </a:r>
            <a:r>
              <a:rPr lang="pt-BR" sz="2400" b="1" noProof="0" dirty="0">
                <a:solidFill>
                  <a:srgbClr val="FFFFFF"/>
                </a:solidFill>
                <a:latin typeface="Futura Lt BT Light"/>
                <a:cs typeface="Futura PT Heavy"/>
              </a:rPr>
              <a:t>valor</a:t>
            </a:r>
            <a:r>
              <a:rPr lang="pt-BR" sz="2400" b="1" spc="5" noProof="0" dirty="0">
                <a:solidFill>
                  <a:srgbClr val="FFFFFF"/>
                </a:solidFill>
                <a:latin typeface="Futura Lt BT Light"/>
                <a:cs typeface="Futura PT Heavy"/>
              </a:rPr>
              <a:t> </a:t>
            </a:r>
            <a:r>
              <a:rPr lang="pt-BR" sz="2400" b="1" noProof="0" dirty="0">
                <a:solidFill>
                  <a:srgbClr val="FFFFFF"/>
                </a:solidFill>
                <a:latin typeface="Futura Lt BT Light"/>
                <a:cs typeface="Futura PT Heavy"/>
              </a:rPr>
              <a:t>descrito</a:t>
            </a:r>
            <a:r>
              <a:rPr lang="pt-BR" sz="2400" b="1" spc="-5" noProof="0" dirty="0">
                <a:solidFill>
                  <a:srgbClr val="FFFFFF"/>
                </a:solidFill>
                <a:latin typeface="Futura Lt BT Light"/>
                <a:cs typeface="Futura PT Heavy"/>
              </a:rPr>
              <a:t> </a:t>
            </a:r>
            <a:r>
              <a:rPr lang="pt-BR" sz="2400" b="1" noProof="0" dirty="0">
                <a:solidFill>
                  <a:srgbClr val="FFFFFF"/>
                </a:solidFill>
                <a:latin typeface="Futura Lt BT Light"/>
                <a:cs typeface="Futura PT Heavy"/>
              </a:rPr>
              <a:t>já inclui os tributos </a:t>
            </a:r>
            <a:r>
              <a:rPr lang="pt-BR" sz="2400" b="1" spc="-10" noProof="0" dirty="0">
                <a:solidFill>
                  <a:srgbClr val="FFFFFF"/>
                </a:solidFill>
                <a:latin typeface="Futura Lt BT Light"/>
                <a:cs typeface="Futura PT Heavy"/>
              </a:rPr>
              <a:t>aplicáveis.</a:t>
            </a:r>
            <a:endParaRPr lang="pt-BR" sz="2400" noProof="0" dirty="0">
              <a:latin typeface="Futura Lt BT Light"/>
              <a:cs typeface="Futura PT Heavy"/>
            </a:endParaRPr>
          </a:p>
          <a:p>
            <a:pPr algn="just">
              <a:lnSpc>
                <a:spcPct val="100000"/>
              </a:lnSpc>
              <a:spcBef>
                <a:spcPts val="600"/>
              </a:spcBef>
              <a:spcAft>
                <a:spcPts val="600"/>
              </a:spcAft>
            </a:pPr>
            <a:endParaRPr lang="pt-BR" sz="2400" noProof="0" dirty="0">
              <a:latin typeface="Futura Lt BT Light"/>
              <a:cs typeface="Futura PT Heavy"/>
            </a:endParaRPr>
          </a:p>
          <a:p>
            <a:pPr marL="12700" algn="just">
              <a:lnSpc>
                <a:spcPct val="100000"/>
              </a:lnSpc>
              <a:spcBef>
                <a:spcPts val="600"/>
              </a:spcBef>
              <a:spcAft>
                <a:spcPts val="600"/>
              </a:spcAft>
            </a:pPr>
            <a:r>
              <a:rPr lang="pt-BR" sz="2400" noProof="0" dirty="0">
                <a:solidFill>
                  <a:srgbClr val="FFFFFF"/>
                </a:solidFill>
                <a:latin typeface="Futura Lt BT Light"/>
                <a:cs typeface="Futura PT Book"/>
              </a:rPr>
              <a:t>As</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despesas</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com</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viagens</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e</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hospedagem,</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se</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necessárias,</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deverão</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ser</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reembolsadas</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pela</a:t>
            </a:r>
            <a:r>
              <a:rPr lang="pt-BR" sz="2400" spc="-5" noProof="0" dirty="0">
                <a:solidFill>
                  <a:srgbClr val="FFFFFF"/>
                </a:solidFill>
                <a:latin typeface="Futura Lt BT Light"/>
                <a:cs typeface="Futura PT Book"/>
              </a:rPr>
              <a:t> </a:t>
            </a:r>
            <a:r>
              <a:rPr lang="pt-BR" sz="2400" spc="-10" noProof="0" dirty="0">
                <a:solidFill>
                  <a:srgbClr val="FFFFFF"/>
                </a:solidFill>
                <a:latin typeface="Futura Lt BT Light"/>
                <a:cs typeface="Futura PT Book"/>
              </a:rPr>
              <a:t>contratante.</a:t>
            </a:r>
            <a:endParaRPr lang="pt-BR" sz="2400" noProof="0" dirty="0">
              <a:latin typeface="Futura Lt BT Light"/>
              <a:cs typeface="Futura PT Book"/>
            </a:endParaRPr>
          </a:p>
          <a:p>
            <a:pPr marL="12700" marR="5080" algn="just">
              <a:lnSpc>
                <a:spcPts val="3250"/>
              </a:lnSpc>
              <a:spcBef>
                <a:spcPts val="600"/>
              </a:spcBef>
              <a:spcAft>
                <a:spcPts val="600"/>
              </a:spcAft>
            </a:pPr>
            <a:r>
              <a:rPr lang="pt-BR" sz="2400" noProof="0" dirty="0">
                <a:solidFill>
                  <a:srgbClr val="FFFFFF"/>
                </a:solidFill>
                <a:latin typeface="Futura Lt BT Light"/>
                <a:cs typeface="Futura PT Book"/>
              </a:rPr>
              <a:t>O</a:t>
            </a:r>
            <a:r>
              <a:rPr lang="pt-BR" sz="2400" spc="-2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vencimento</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da</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fatura</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será</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no</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5°</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dia</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a</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partir</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de</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sua</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apresentação.</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Após</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o</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vencimento,</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serão</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cobrados</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juros</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de</a:t>
            </a:r>
            <a:r>
              <a:rPr lang="pt-BR" sz="2400" spc="-10"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1%</a:t>
            </a:r>
            <a:r>
              <a:rPr lang="pt-BR" sz="2400" spc="-10" noProof="0" dirty="0">
                <a:solidFill>
                  <a:srgbClr val="FFFFFF"/>
                </a:solidFill>
                <a:latin typeface="Futura Lt BT Light"/>
                <a:cs typeface="Futura PT Book"/>
              </a:rPr>
              <a:t> </a:t>
            </a:r>
            <a:r>
              <a:rPr lang="pt-BR" sz="2400" spc="-25" noProof="0" dirty="0">
                <a:solidFill>
                  <a:srgbClr val="FFFFFF"/>
                </a:solidFill>
                <a:latin typeface="Futura Lt BT Light"/>
                <a:cs typeface="Futura PT Book"/>
              </a:rPr>
              <a:t>(um </a:t>
            </a:r>
            <a:r>
              <a:rPr lang="pt-BR" sz="2400" noProof="0" dirty="0">
                <a:solidFill>
                  <a:srgbClr val="FFFFFF"/>
                </a:solidFill>
                <a:latin typeface="Futura Lt BT Light"/>
                <a:cs typeface="Futura PT Book"/>
              </a:rPr>
              <a:t>por cento)</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ao mês</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sobre o</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valor líquido</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da</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nota</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fiscal,</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mais 2%</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de multa</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sobre o</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valor</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da</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fatura</a:t>
            </a:r>
            <a:r>
              <a:rPr lang="pt-BR" sz="2400" spc="5" noProof="0" dirty="0">
                <a:solidFill>
                  <a:srgbClr val="FFFFFF"/>
                </a:solidFill>
                <a:latin typeface="Futura Lt BT Light"/>
                <a:cs typeface="Futura PT Book"/>
              </a:rPr>
              <a:t> </a:t>
            </a:r>
            <a:r>
              <a:rPr lang="pt-BR" sz="2400" noProof="0" dirty="0">
                <a:solidFill>
                  <a:srgbClr val="FFFFFF"/>
                </a:solidFill>
                <a:latin typeface="Futura Lt BT Light"/>
                <a:cs typeface="Futura PT Book"/>
              </a:rPr>
              <a:t>pelo </a:t>
            </a:r>
            <a:r>
              <a:rPr lang="pt-BR" sz="2400" spc="-10" noProof="0" dirty="0">
                <a:solidFill>
                  <a:srgbClr val="FFFFFF"/>
                </a:solidFill>
                <a:latin typeface="Futura Lt BT Light"/>
                <a:cs typeface="Futura PT Book"/>
              </a:rPr>
              <a:t>inadimplemento.</a:t>
            </a:r>
            <a:endParaRPr lang="pt-BR" sz="2400" noProof="0" dirty="0">
              <a:latin typeface="Futura Lt BT Light"/>
              <a:cs typeface="Futura PT Book"/>
            </a:endParaRPr>
          </a:p>
        </p:txBody>
      </p:sp>
      <p:sp>
        <p:nvSpPr>
          <p:cNvPr id="7" name="object 7"/>
          <p:cNvSpPr txBox="1">
            <a:spLocks noGrp="1"/>
          </p:cNvSpPr>
          <p:nvPr>
            <p:ph type="title"/>
          </p:nvPr>
        </p:nvSpPr>
        <p:spPr>
          <a:xfrm>
            <a:off x="670003" y="635022"/>
            <a:ext cx="10242550" cy="773930"/>
          </a:xfrm>
          <a:prstGeom prst="rect">
            <a:avLst/>
          </a:prstGeom>
        </p:spPr>
        <p:txBody>
          <a:bodyPr vert="horz" wrap="square" lIns="0" tIns="12065" rIns="0" bIns="0" rtlCol="0">
            <a:spAutoFit/>
          </a:bodyPr>
          <a:lstStyle/>
          <a:p>
            <a:pPr marL="12700">
              <a:lnSpc>
                <a:spcPct val="100000"/>
              </a:lnSpc>
              <a:spcBef>
                <a:spcPts val="95"/>
              </a:spcBef>
            </a:pPr>
            <a:r>
              <a:rPr lang="pt-BR" spc="-35" noProof="0" dirty="0">
                <a:latin typeface="Futura Lt BT Light"/>
              </a:rPr>
              <a:t>INVESTIMENTO</a:t>
            </a:r>
          </a:p>
        </p:txBody>
      </p:sp>
      <p:sp>
        <p:nvSpPr>
          <p:cNvPr id="8" name="object 8"/>
          <p:cNvSpPr/>
          <p:nvPr/>
        </p:nvSpPr>
        <p:spPr>
          <a:xfrm>
            <a:off x="492131" y="743432"/>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lang="pt-BR" noProof="0" dirty="0"/>
          </a:p>
        </p:txBody>
      </p:sp>
      <p:sp>
        <p:nvSpPr>
          <p:cNvPr id="9" name="object 9"/>
          <p:cNvSpPr/>
          <p:nvPr/>
        </p:nvSpPr>
        <p:spPr>
          <a:xfrm>
            <a:off x="19528201" y="335068"/>
            <a:ext cx="94615" cy="10460990"/>
          </a:xfrm>
          <a:custGeom>
            <a:avLst/>
            <a:gdLst/>
            <a:ahLst/>
            <a:cxnLst/>
            <a:rect l="l" t="t" r="r" b="b"/>
            <a:pathLst>
              <a:path w="94615" h="10460990">
                <a:moveTo>
                  <a:pt x="94237" y="0"/>
                </a:moveTo>
                <a:lnTo>
                  <a:pt x="0" y="0"/>
                </a:lnTo>
                <a:lnTo>
                  <a:pt x="0" y="10460414"/>
                </a:lnTo>
                <a:lnTo>
                  <a:pt x="94237" y="10460414"/>
                </a:lnTo>
                <a:lnTo>
                  <a:pt x="94237" y="0"/>
                </a:lnTo>
                <a:close/>
              </a:path>
            </a:pathLst>
          </a:custGeom>
          <a:solidFill>
            <a:srgbClr val="006969"/>
          </a:solidFill>
        </p:spPr>
        <p:txBody>
          <a:bodyPr wrap="square" lIns="0" tIns="0" rIns="0" bIns="0" rtlCol="0"/>
          <a:lstStyle/>
          <a:p>
            <a:endParaRPr lang="pt-BR" noProof="0" dirty="0"/>
          </a:p>
        </p:txBody>
      </p:sp>
      <p:sp>
        <p:nvSpPr>
          <p:cNvPr id="10" name="object 10"/>
          <p:cNvSpPr/>
          <p:nvPr/>
        </p:nvSpPr>
        <p:spPr>
          <a:xfrm>
            <a:off x="19297842" y="2638663"/>
            <a:ext cx="94615" cy="6042025"/>
          </a:xfrm>
          <a:custGeom>
            <a:avLst/>
            <a:gdLst/>
            <a:ahLst/>
            <a:cxnLst/>
            <a:rect l="l" t="t" r="r" b="b"/>
            <a:pathLst>
              <a:path w="94615" h="6042025">
                <a:moveTo>
                  <a:pt x="94237" y="0"/>
                </a:moveTo>
                <a:lnTo>
                  <a:pt x="0" y="0"/>
                </a:lnTo>
                <a:lnTo>
                  <a:pt x="0" y="6041700"/>
                </a:lnTo>
                <a:lnTo>
                  <a:pt x="94237" y="6041700"/>
                </a:lnTo>
                <a:lnTo>
                  <a:pt x="94237" y="0"/>
                </a:lnTo>
                <a:close/>
              </a:path>
            </a:pathLst>
          </a:custGeom>
          <a:solidFill>
            <a:srgbClr val="C69A78">
              <a:alpha val="89999"/>
            </a:srgbClr>
          </a:solidFill>
        </p:spPr>
        <p:txBody>
          <a:bodyPr wrap="square" lIns="0" tIns="0" rIns="0" bIns="0" rtlCol="0"/>
          <a:lstStyle/>
          <a:p>
            <a:endParaRPr lang="pt-BR" noProof="0" dirty="0"/>
          </a:p>
        </p:txBody>
      </p:sp>
      <p:sp>
        <p:nvSpPr>
          <p:cNvPr id="11" name="object 11"/>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lang="pt-BR" noProof="0" dirty="0"/>
          </a:p>
        </p:txBody>
      </p:sp>
      <p:sp>
        <p:nvSpPr>
          <p:cNvPr id="14" name="object 14"/>
          <p:cNvSpPr/>
          <p:nvPr/>
        </p:nvSpPr>
        <p:spPr>
          <a:xfrm>
            <a:off x="17274336" y="1502984"/>
            <a:ext cx="1788795" cy="1167130"/>
          </a:xfrm>
          <a:custGeom>
            <a:avLst/>
            <a:gdLst/>
            <a:ahLst/>
            <a:cxnLst/>
            <a:rect l="l" t="t" r="r" b="b"/>
            <a:pathLst>
              <a:path w="1788794" h="1167130">
                <a:moveTo>
                  <a:pt x="1544277" y="0"/>
                </a:moveTo>
                <a:lnTo>
                  <a:pt x="237176" y="0"/>
                </a:lnTo>
                <a:lnTo>
                  <a:pt x="233969" y="64181"/>
                </a:lnTo>
                <a:lnTo>
                  <a:pt x="228782" y="126755"/>
                </a:lnTo>
                <a:lnTo>
                  <a:pt x="221694" y="187532"/>
                </a:lnTo>
                <a:lnTo>
                  <a:pt x="212782" y="246319"/>
                </a:lnTo>
                <a:lnTo>
                  <a:pt x="202127" y="302927"/>
                </a:lnTo>
                <a:lnTo>
                  <a:pt x="189808" y="357163"/>
                </a:lnTo>
                <a:lnTo>
                  <a:pt x="175903" y="408838"/>
                </a:lnTo>
                <a:lnTo>
                  <a:pt x="160490" y="457759"/>
                </a:lnTo>
                <a:lnTo>
                  <a:pt x="143650" y="503737"/>
                </a:lnTo>
                <a:lnTo>
                  <a:pt x="125461" y="546579"/>
                </a:lnTo>
                <a:lnTo>
                  <a:pt x="106002" y="586095"/>
                </a:lnTo>
                <a:lnTo>
                  <a:pt x="85352" y="622093"/>
                </a:lnTo>
                <a:lnTo>
                  <a:pt x="63590" y="654384"/>
                </a:lnTo>
                <a:lnTo>
                  <a:pt x="40794" y="682775"/>
                </a:lnTo>
                <a:lnTo>
                  <a:pt x="30924" y="696622"/>
                </a:lnTo>
                <a:lnTo>
                  <a:pt x="20852" y="710327"/>
                </a:lnTo>
                <a:lnTo>
                  <a:pt x="10553" y="723858"/>
                </a:lnTo>
                <a:lnTo>
                  <a:pt x="0" y="737181"/>
                </a:lnTo>
                <a:lnTo>
                  <a:pt x="0" y="1167095"/>
                </a:lnTo>
                <a:lnTo>
                  <a:pt x="38130" y="1138103"/>
                </a:lnTo>
                <a:lnTo>
                  <a:pt x="75140" y="1107757"/>
                </a:lnTo>
                <a:lnTo>
                  <a:pt x="110994" y="1076095"/>
                </a:lnTo>
                <a:lnTo>
                  <a:pt x="145654" y="1043152"/>
                </a:lnTo>
                <a:lnTo>
                  <a:pt x="179083" y="1008967"/>
                </a:lnTo>
                <a:lnTo>
                  <a:pt x="211245" y="973574"/>
                </a:lnTo>
                <a:lnTo>
                  <a:pt x="242103" y="937012"/>
                </a:lnTo>
                <a:lnTo>
                  <a:pt x="271621" y="899317"/>
                </a:lnTo>
                <a:lnTo>
                  <a:pt x="299762" y="860526"/>
                </a:lnTo>
                <a:lnTo>
                  <a:pt x="326489" y="820676"/>
                </a:lnTo>
                <a:lnTo>
                  <a:pt x="351766" y="779803"/>
                </a:lnTo>
                <a:lnTo>
                  <a:pt x="375555" y="737945"/>
                </a:lnTo>
                <a:lnTo>
                  <a:pt x="397820" y="695137"/>
                </a:lnTo>
                <a:lnTo>
                  <a:pt x="418524" y="651417"/>
                </a:lnTo>
                <a:lnTo>
                  <a:pt x="437632" y="606822"/>
                </a:lnTo>
                <a:lnTo>
                  <a:pt x="455105" y="561389"/>
                </a:lnTo>
                <a:lnTo>
                  <a:pt x="470907" y="515154"/>
                </a:lnTo>
                <a:lnTo>
                  <a:pt x="485002" y="468154"/>
                </a:lnTo>
                <a:lnTo>
                  <a:pt x="497353" y="420425"/>
                </a:lnTo>
                <a:lnTo>
                  <a:pt x="507923" y="372006"/>
                </a:lnTo>
                <a:lnTo>
                  <a:pt x="516675" y="322931"/>
                </a:lnTo>
                <a:lnTo>
                  <a:pt x="523573" y="273239"/>
                </a:lnTo>
                <a:lnTo>
                  <a:pt x="528580" y="222967"/>
                </a:lnTo>
                <a:lnTo>
                  <a:pt x="767369" y="222967"/>
                </a:lnTo>
                <a:lnTo>
                  <a:pt x="767369" y="824938"/>
                </a:lnTo>
                <a:lnTo>
                  <a:pt x="1021822" y="824938"/>
                </a:lnTo>
                <a:lnTo>
                  <a:pt x="1021822" y="222967"/>
                </a:lnTo>
                <a:lnTo>
                  <a:pt x="1259584" y="222967"/>
                </a:lnTo>
                <a:lnTo>
                  <a:pt x="1264591" y="273239"/>
                </a:lnTo>
                <a:lnTo>
                  <a:pt x="1271490" y="322931"/>
                </a:lnTo>
                <a:lnTo>
                  <a:pt x="1280243" y="372006"/>
                </a:lnTo>
                <a:lnTo>
                  <a:pt x="1290813" y="420425"/>
                </a:lnTo>
                <a:lnTo>
                  <a:pt x="1303165" y="468154"/>
                </a:lnTo>
                <a:lnTo>
                  <a:pt x="1317261" y="515154"/>
                </a:lnTo>
                <a:lnTo>
                  <a:pt x="1333064" y="561389"/>
                </a:lnTo>
                <a:lnTo>
                  <a:pt x="1350538" y="606822"/>
                </a:lnTo>
                <a:lnTo>
                  <a:pt x="1369647" y="651417"/>
                </a:lnTo>
                <a:lnTo>
                  <a:pt x="1390352" y="695137"/>
                </a:lnTo>
                <a:lnTo>
                  <a:pt x="1412618" y="737945"/>
                </a:lnTo>
                <a:lnTo>
                  <a:pt x="1436409" y="779803"/>
                </a:lnTo>
                <a:lnTo>
                  <a:pt x="1461686" y="820676"/>
                </a:lnTo>
                <a:lnTo>
                  <a:pt x="1488414" y="860526"/>
                </a:lnTo>
                <a:lnTo>
                  <a:pt x="1516555" y="899317"/>
                </a:lnTo>
                <a:lnTo>
                  <a:pt x="1546074" y="937012"/>
                </a:lnTo>
                <a:lnTo>
                  <a:pt x="1576933" y="973574"/>
                </a:lnTo>
                <a:lnTo>
                  <a:pt x="1609095" y="1008967"/>
                </a:lnTo>
                <a:lnTo>
                  <a:pt x="1642524" y="1043152"/>
                </a:lnTo>
                <a:lnTo>
                  <a:pt x="1677184" y="1076095"/>
                </a:lnTo>
                <a:lnTo>
                  <a:pt x="1713036" y="1107757"/>
                </a:lnTo>
                <a:lnTo>
                  <a:pt x="1750046" y="1138103"/>
                </a:lnTo>
                <a:lnTo>
                  <a:pt x="1788175" y="1167095"/>
                </a:lnTo>
                <a:lnTo>
                  <a:pt x="1788175" y="737181"/>
                </a:lnTo>
                <a:lnTo>
                  <a:pt x="1771475" y="715805"/>
                </a:lnTo>
                <a:lnTo>
                  <a:pt x="1766040" y="708575"/>
                </a:lnTo>
                <a:lnTo>
                  <a:pt x="1719158" y="656181"/>
                </a:lnTo>
                <a:lnTo>
                  <a:pt x="1697235" y="623963"/>
                </a:lnTo>
                <a:lnTo>
                  <a:pt x="1676429" y="587991"/>
                </a:lnTo>
                <a:lnTo>
                  <a:pt x="1656822" y="548457"/>
                </a:lnTo>
                <a:lnTo>
                  <a:pt x="1638493" y="505558"/>
                </a:lnTo>
                <a:lnTo>
                  <a:pt x="1621523" y="459485"/>
                </a:lnTo>
                <a:lnTo>
                  <a:pt x="1605991" y="410435"/>
                </a:lnTo>
                <a:lnTo>
                  <a:pt x="1591978" y="358600"/>
                </a:lnTo>
                <a:lnTo>
                  <a:pt x="1579564" y="304175"/>
                </a:lnTo>
                <a:lnTo>
                  <a:pt x="1568828" y="247355"/>
                </a:lnTo>
                <a:lnTo>
                  <a:pt x="1559852" y="188333"/>
                </a:lnTo>
                <a:lnTo>
                  <a:pt x="1552714" y="127304"/>
                </a:lnTo>
                <a:lnTo>
                  <a:pt x="1547496" y="64461"/>
                </a:lnTo>
                <a:lnTo>
                  <a:pt x="1544277" y="0"/>
                </a:lnTo>
                <a:close/>
              </a:path>
            </a:pathLst>
          </a:custGeom>
          <a:solidFill>
            <a:srgbClr val="C99C7B">
              <a:alpha val="19999"/>
            </a:srgbClr>
          </a:solidFill>
        </p:spPr>
        <p:txBody>
          <a:bodyPr wrap="square" lIns="0" tIns="0" rIns="0" bIns="0" rtlCol="0"/>
          <a:lstStyle/>
          <a:p>
            <a:endParaRPr lang="pt-BR" noProof="0" dirty="0"/>
          </a:p>
        </p:txBody>
      </p:sp>
      <p:sp>
        <p:nvSpPr>
          <p:cNvPr id="15" name="object 15"/>
          <p:cNvSpPr/>
          <p:nvPr/>
        </p:nvSpPr>
        <p:spPr>
          <a:xfrm>
            <a:off x="17274336" y="175466"/>
            <a:ext cx="1788795" cy="1167130"/>
          </a:xfrm>
          <a:custGeom>
            <a:avLst/>
            <a:gdLst/>
            <a:ahLst/>
            <a:cxnLst/>
            <a:rect l="l" t="t" r="r" b="b"/>
            <a:pathLst>
              <a:path w="1788794" h="1167130">
                <a:moveTo>
                  <a:pt x="1788175" y="0"/>
                </a:moveTo>
                <a:lnTo>
                  <a:pt x="1750046" y="28985"/>
                </a:lnTo>
                <a:lnTo>
                  <a:pt x="1713037" y="59324"/>
                </a:lnTo>
                <a:lnTo>
                  <a:pt x="1677184" y="90981"/>
                </a:lnTo>
                <a:lnTo>
                  <a:pt x="1642524" y="123918"/>
                </a:lnTo>
                <a:lnTo>
                  <a:pt x="1609095" y="158098"/>
                </a:lnTo>
                <a:lnTo>
                  <a:pt x="1576933" y="193486"/>
                </a:lnTo>
                <a:lnTo>
                  <a:pt x="1546075" y="230043"/>
                </a:lnTo>
                <a:lnTo>
                  <a:pt x="1516556" y="267734"/>
                </a:lnTo>
                <a:lnTo>
                  <a:pt x="1488416" y="306522"/>
                </a:lnTo>
                <a:lnTo>
                  <a:pt x="1461688" y="346369"/>
                </a:lnTo>
                <a:lnTo>
                  <a:pt x="1436412" y="387239"/>
                </a:lnTo>
                <a:lnTo>
                  <a:pt x="1412623" y="429095"/>
                </a:lnTo>
                <a:lnTo>
                  <a:pt x="1390358" y="471901"/>
                </a:lnTo>
                <a:lnTo>
                  <a:pt x="1369654" y="515619"/>
                </a:lnTo>
                <a:lnTo>
                  <a:pt x="1350547" y="560212"/>
                </a:lnTo>
                <a:lnTo>
                  <a:pt x="1333075" y="605645"/>
                </a:lnTo>
                <a:lnTo>
                  <a:pt x="1317273" y="651880"/>
                </a:lnTo>
                <a:lnTo>
                  <a:pt x="1303180" y="698881"/>
                </a:lnTo>
                <a:lnTo>
                  <a:pt x="1290831" y="746609"/>
                </a:lnTo>
                <a:lnTo>
                  <a:pt x="1280264" y="795030"/>
                </a:lnTo>
                <a:lnTo>
                  <a:pt x="1271514" y="844106"/>
                </a:lnTo>
                <a:lnTo>
                  <a:pt x="1264619" y="893800"/>
                </a:lnTo>
                <a:lnTo>
                  <a:pt x="1259616" y="944075"/>
                </a:lnTo>
                <a:lnTo>
                  <a:pt x="1020817" y="944075"/>
                </a:lnTo>
                <a:lnTo>
                  <a:pt x="1020817" y="342146"/>
                </a:lnTo>
                <a:lnTo>
                  <a:pt x="766332" y="342146"/>
                </a:lnTo>
                <a:lnTo>
                  <a:pt x="766332" y="944075"/>
                </a:lnTo>
                <a:lnTo>
                  <a:pt x="528580" y="944075"/>
                </a:lnTo>
                <a:lnTo>
                  <a:pt x="523573" y="893800"/>
                </a:lnTo>
                <a:lnTo>
                  <a:pt x="516675" y="844106"/>
                </a:lnTo>
                <a:lnTo>
                  <a:pt x="507923" y="795030"/>
                </a:lnTo>
                <a:lnTo>
                  <a:pt x="497353" y="746609"/>
                </a:lnTo>
                <a:lnTo>
                  <a:pt x="485002" y="698881"/>
                </a:lnTo>
                <a:lnTo>
                  <a:pt x="470907" y="651880"/>
                </a:lnTo>
                <a:lnTo>
                  <a:pt x="455105" y="605645"/>
                </a:lnTo>
                <a:lnTo>
                  <a:pt x="437632" y="560212"/>
                </a:lnTo>
                <a:lnTo>
                  <a:pt x="418524" y="515619"/>
                </a:lnTo>
                <a:lnTo>
                  <a:pt x="397820" y="471901"/>
                </a:lnTo>
                <a:lnTo>
                  <a:pt x="375555" y="429095"/>
                </a:lnTo>
                <a:lnTo>
                  <a:pt x="351766" y="387239"/>
                </a:lnTo>
                <a:lnTo>
                  <a:pt x="326489" y="346369"/>
                </a:lnTo>
                <a:lnTo>
                  <a:pt x="299762" y="306522"/>
                </a:lnTo>
                <a:lnTo>
                  <a:pt x="271621" y="267734"/>
                </a:lnTo>
                <a:lnTo>
                  <a:pt x="242103" y="230043"/>
                </a:lnTo>
                <a:lnTo>
                  <a:pt x="211245" y="193486"/>
                </a:lnTo>
                <a:lnTo>
                  <a:pt x="179083" y="158098"/>
                </a:lnTo>
                <a:lnTo>
                  <a:pt x="145654" y="123918"/>
                </a:lnTo>
                <a:lnTo>
                  <a:pt x="110994" y="90981"/>
                </a:lnTo>
                <a:lnTo>
                  <a:pt x="75140" y="59324"/>
                </a:lnTo>
                <a:lnTo>
                  <a:pt x="38130" y="28985"/>
                </a:lnTo>
                <a:lnTo>
                  <a:pt x="0" y="0"/>
                </a:lnTo>
                <a:lnTo>
                  <a:pt x="0" y="429892"/>
                </a:lnTo>
                <a:lnTo>
                  <a:pt x="22135" y="458457"/>
                </a:lnTo>
                <a:lnTo>
                  <a:pt x="46060" y="482596"/>
                </a:lnTo>
                <a:lnTo>
                  <a:pt x="69026" y="510876"/>
                </a:lnTo>
                <a:lnTo>
                  <a:pt x="90952" y="543104"/>
                </a:lnTo>
                <a:lnTo>
                  <a:pt x="111760" y="579086"/>
                </a:lnTo>
                <a:lnTo>
                  <a:pt x="131368" y="618626"/>
                </a:lnTo>
                <a:lnTo>
                  <a:pt x="149697" y="661530"/>
                </a:lnTo>
                <a:lnTo>
                  <a:pt x="166668" y="707606"/>
                </a:lnTo>
                <a:lnTo>
                  <a:pt x="182200" y="756657"/>
                </a:lnTo>
                <a:lnTo>
                  <a:pt x="196213" y="808491"/>
                </a:lnTo>
                <a:lnTo>
                  <a:pt x="208628" y="862913"/>
                </a:lnTo>
                <a:lnTo>
                  <a:pt x="219364" y="919728"/>
                </a:lnTo>
                <a:lnTo>
                  <a:pt x="228342" y="978743"/>
                </a:lnTo>
                <a:lnTo>
                  <a:pt x="235483" y="1039763"/>
                </a:lnTo>
                <a:lnTo>
                  <a:pt x="240705" y="1102594"/>
                </a:lnTo>
                <a:lnTo>
                  <a:pt x="243929" y="1167042"/>
                </a:lnTo>
                <a:lnTo>
                  <a:pt x="1551031" y="1167042"/>
                </a:lnTo>
                <a:lnTo>
                  <a:pt x="1554233" y="1102871"/>
                </a:lnTo>
                <a:lnTo>
                  <a:pt x="1559417" y="1040304"/>
                </a:lnTo>
                <a:lnTo>
                  <a:pt x="1566502" y="979533"/>
                </a:lnTo>
                <a:lnTo>
                  <a:pt x="1575411" y="920748"/>
                </a:lnTo>
                <a:lnTo>
                  <a:pt x="1586064" y="864142"/>
                </a:lnTo>
                <a:lnTo>
                  <a:pt x="1598383" y="809906"/>
                </a:lnTo>
                <a:lnTo>
                  <a:pt x="1612288" y="758230"/>
                </a:lnTo>
                <a:lnTo>
                  <a:pt x="1627701" y="709308"/>
                </a:lnTo>
                <a:lnTo>
                  <a:pt x="1644542" y="663329"/>
                </a:lnTo>
                <a:lnTo>
                  <a:pt x="1662732" y="620485"/>
                </a:lnTo>
                <a:lnTo>
                  <a:pt x="1682194" y="580967"/>
                </a:lnTo>
                <a:lnTo>
                  <a:pt x="1702847" y="544968"/>
                </a:lnTo>
                <a:lnTo>
                  <a:pt x="1724613" y="512678"/>
                </a:lnTo>
                <a:lnTo>
                  <a:pt x="1747412" y="484288"/>
                </a:lnTo>
                <a:lnTo>
                  <a:pt x="1757270" y="470444"/>
                </a:lnTo>
                <a:lnTo>
                  <a:pt x="1767334" y="456745"/>
                </a:lnTo>
                <a:lnTo>
                  <a:pt x="1777629" y="443218"/>
                </a:lnTo>
                <a:lnTo>
                  <a:pt x="1788175" y="429892"/>
                </a:lnTo>
                <a:lnTo>
                  <a:pt x="1788175" y="0"/>
                </a:lnTo>
                <a:close/>
              </a:path>
            </a:pathLst>
          </a:custGeom>
          <a:solidFill>
            <a:srgbClr val="C99C7B">
              <a:alpha val="19999"/>
            </a:srgbClr>
          </a:solidFill>
        </p:spPr>
        <p:txBody>
          <a:bodyPr wrap="square" lIns="0" tIns="0" rIns="0" bIns="0" rtlCol="0"/>
          <a:lstStyle/>
          <a:p>
            <a:endParaRPr lang="pt-BR" noProof="0" dirty="0"/>
          </a:p>
        </p:txBody>
      </p:sp>
      <p:sp>
        <p:nvSpPr>
          <p:cNvPr id="16" name="object 24">
            <a:extLst>
              <a:ext uri="{FF2B5EF4-FFF2-40B4-BE49-F238E27FC236}">
                <a16:creationId xmlns:a16="http://schemas.microsoft.com/office/drawing/2014/main" id="{6C1A5813-FCB7-612B-F0F3-00EA2FF049E7}"/>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lang="pt-BR" sz="1200" noProof="0" dirty="0">
                <a:solidFill>
                  <a:srgbClr val="E7FFE2"/>
                </a:solidFill>
                <a:latin typeface="Futura Lt BT Light"/>
                <a:cs typeface="Futura PT Book"/>
              </a:rPr>
              <a:t>MEDEN</a:t>
            </a:r>
            <a:r>
              <a:rPr lang="pt-BR" sz="1200" spc="85" noProof="0" dirty="0">
                <a:solidFill>
                  <a:srgbClr val="E7FFE2"/>
                </a:solidFill>
                <a:latin typeface="Futura Lt BT Light"/>
                <a:cs typeface="Futura PT Book"/>
              </a:rPr>
              <a:t> </a:t>
            </a:r>
            <a:r>
              <a:rPr lang="pt-BR" sz="1200" noProof="0" dirty="0">
                <a:solidFill>
                  <a:srgbClr val="E7FFE2"/>
                </a:solidFill>
                <a:latin typeface="Futura Lt BT Light"/>
                <a:cs typeface="Futura PT Book"/>
              </a:rPr>
              <a:t>PROPOSTA</a:t>
            </a:r>
            <a:r>
              <a:rPr lang="pt-BR" sz="1200" spc="90" noProof="0" dirty="0">
                <a:solidFill>
                  <a:srgbClr val="E7FFE2"/>
                </a:solidFill>
                <a:latin typeface="Futura Lt BT Light"/>
                <a:cs typeface="Futura PT Book"/>
              </a:rPr>
              <a:t> </a:t>
            </a:r>
            <a:r>
              <a:rPr lang="pt-BR" sz="1200" spc="-10" noProof="0" dirty="0">
                <a:solidFill>
                  <a:srgbClr val="E7FFE2"/>
                </a:solidFill>
                <a:latin typeface="Futura Lt BT Light"/>
                <a:cs typeface="Futura PT Book"/>
              </a:rPr>
              <a:t>COMERCIAL</a:t>
            </a:r>
            <a:endParaRPr lang="pt-BR" sz="1200" noProof="0" dirty="0">
              <a:latin typeface="Futura Lt BT Light"/>
              <a:cs typeface="Futura PT Book"/>
            </a:endParaRPr>
          </a:p>
        </p:txBody>
      </p:sp>
      <p:sp>
        <p:nvSpPr>
          <p:cNvPr id="17" name="Espaço Reservado para Número de Slide 16">
            <a:extLst>
              <a:ext uri="{FF2B5EF4-FFF2-40B4-BE49-F238E27FC236}">
                <a16:creationId xmlns:a16="http://schemas.microsoft.com/office/drawing/2014/main" id="{AE49E5A2-4626-0276-E78D-2F35F1DCB7CA}"/>
              </a:ext>
            </a:extLst>
          </p:cNvPr>
          <p:cNvSpPr>
            <a:spLocks noGrp="1"/>
          </p:cNvSpPr>
          <p:nvPr>
            <p:ph type="sldNum" sz="quarter" idx="7"/>
          </p:nvPr>
        </p:nvSpPr>
        <p:spPr>
          <a:xfrm>
            <a:off x="14998873" y="10986982"/>
            <a:ext cx="4623943" cy="565467"/>
          </a:xfrm>
        </p:spPr>
        <p:txBody>
          <a:bodyPr wrap="square" lIns="0" tIns="0" rIns="0" bIns="0">
            <a:spAutoFit/>
          </a:bodyPr>
          <a:lstStyle/>
          <a:p>
            <a:fld id="{B6F15528-21DE-4FAA-801E-634DDDAF4B2B}" type="slidenum">
              <a:rPr lang="pt-BR" sz="1400" noProof="0" smtClean="0">
                <a:solidFill>
                  <a:schemeClr val="bg1"/>
                </a:solidFill>
                <a:latin typeface="Futura Lt BT" panose="020B0402020204020303" pitchFamily="34" charset="0"/>
              </a:rPr>
              <a:pPr/>
              <a:t>14</a:t>
            </a:fld>
            <a:endParaRPr lang="pt-BR" sz="1400" noProof="0" dirty="0">
              <a:solidFill>
                <a:schemeClr val="bg1"/>
              </a:solidFill>
              <a:latin typeface="Futura Lt BT" panose="020B04020202040203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0104100" cy="113087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060606">
              <a:alpha val="69999"/>
            </a:srgbClr>
          </a:solidFill>
        </p:spPr>
        <p:txBody>
          <a:bodyPr wrap="square" lIns="0" tIns="0" rIns="0" bIns="0" rtlCol="0"/>
          <a:lstStyle/>
          <a:p>
            <a:endParaRPr/>
          </a:p>
        </p:txBody>
      </p:sp>
      <p:sp>
        <p:nvSpPr>
          <p:cNvPr id="3" name="object 3"/>
          <p:cNvSpPr/>
          <p:nvPr/>
        </p:nvSpPr>
        <p:spPr>
          <a:xfrm>
            <a:off x="9737923" y="5183088"/>
            <a:ext cx="10366375" cy="1832610"/>
          </a:xfrm>
          <a:custGeom>
            <a:avLst/>
            <a:gdLst/>
            <a:ahLst/>
            <a:cxnLst/>
            <a:rect l="l" t="t" r="r" b="b"/>
            <a:pathLst>
              <a:path w="10366375" h="1832609">
                <a:moveTo>
                  <a:pt x="0" y="1832404"/>
                </a:moveTo>
                <a:lnTo>
                  <a:pt x="10366176" y="1832404"/>
                </a:lnTo>
                <a:lnTo>
                  <a:pt x="10366176" y="0"/>
                </a:lnTo>
                <a:lnTo>
                  <a:pt x="0" y="0"/>
                </a:lnTo>
                <a:lnTo>
                  <a:pt x="0" y="1832404"/>
                </a:lnTo>
                <a:close/>
              </a:path>
            </a:pathLst>
          </a:custGeom>
          <a:solidFill>
            <a:srgbClr val="090706">
              <a:alpha val="64999"/>
            </a:srgbClr>
          </a:solidFill>
        </p:spPr>
        <p:txBody>
          <a:bodyPr wrap="square" lIns="0" tIns="0" rIns="0" bIns="0" rtlCol="0"/>
          <a:lstStyle/>
          <a:p>
            <a:endParaRPr/>
          </a:p>
        </p:txBody>
      </p:sp>
      <p:sp>
        <p:nvSpPr>
          <p:cNvPr id="4" name="object 4"/>
          <p:cNvSpPr txBox="1">
            <a:spLocks noGrp="1"/>
          </p:cNvSpPr>
          <p:nvPr>
            <p:ph type="title"/>
          </p:nvPr>
        </p:nvSpPr>
        <p:spPr>
          <a:xfrm>
            <a:off x="10688544" y="5343198"/>
            <a:ext cx="9650505" cy="1476045"/>
          </a:xfrm>
          <a:prstGeom prst="rect">
            <a:avLst/>
          </a:prstGeom>
        </p:spPr>
        <p:txBody>
          <a:bodyPr vert="horz" wrap="square" lIns="0" tIns="13970" rIns="0" bIns="0" rtlCol="0">
            <a:spAutoFit/>
          </a:bodyPr>
          <a:lstStyle/>
          <a:p>
            <a:pPr marL="12700">
              <a:lnSpc>
                <a:spcPts val="5685"/>
              </a:lnSpc>
              <a:spcBef>
                <a:spcPts val="110"/>
              </a:spcBef>
            </a:pPr>
            <a:r>
              <a:rPr sz="5350" spc="-10" dirty="0">
                <a:solidFill>
                  <a:srgbClr val="F3FFCC"/>
                </a:solidFill>
                <a:latin typeface="Futura Lt BT Light"/>
              </a:rPr>
              <a:t>PRAZOS</a:t>
            </a:r>
            <a:r>
              <a:rPr lang="pt-BR" sz="5350" spc="-10" dirty="0">
                <a:solidFill>
                  <a:srgbClr val="F3FFCC"/>
                </a:solidFill>
                <a:latin typeface="Futura Lt BT Light"/>
              </a:rPr>
              <a:t> </a:t>
            </a:r>
            <a:r>
              <a:rPr sz="5350" dirty="0">
                <a:solidFill>
                  <a:srgbClr val="F3FFCC"/>
                </a:solidFill>
                <a:latin typeface="Futura Lt BT Light"/>
              </a:rPr>
              <a:t>E </a:t>
            </a:r>
            <a:br>
              <a:rPr lang="pt-BR" sz="5350" dirty="0">
                <a:solidFill>
                  <a:srgbClr val="F3FFCC"/>
                </a:solidFill>
                <a:latin typeface="Futura Lt BT Light"/>
              </a:rPr>
            </a:br>
            <a:r>
              <a:rPr sz="5350" dirty="0">
                <a:solidFill>
                  <a:srgbClr val="F3FFCC"/>
                </a:solidFill>
                <a:latin typeface="Futura Lt BT Light"/>
              </a:rPr>
              <a:t>CONDIÇÕES DE </a:t>
            </a:r>
            <a:r>
              <a:rPr sz="5350" spc="-10" dirty="0">
                <a:solidFill>
                  <a:srgbClr val="F3FFCC"/>
                </a:solidFill>
                <a:latin typeface="Futura Lt BT Light"/>
              </a:rPr>
              <a:t>EXECUÇÃO</a:t>
            </a:r>
            <a:endParaRPr sz="5350" dirty="0">
              <a:latin typeface="Futura Lt BT Light"/>
            </a:endParaRPr>
          </a:p>
        </p:txBody>
      </p:sp>
      <p:sp>
        <p:nvSpPr>
          <p:cNvPr id="5" name="object 5"/>
          <p:cNvSpPr/>
          <p:nvPr/>
        </p:nvSpPr>
        <p:spPr>
          <a:xfrm>
            <a:off x="10334763" y="5497214"/>
            <a:ext cx="41910" cy="764540"/>
          </a:xfrm>
          <a:custGeom>
            <a:avLst/>
            <a:gdLst/>
            <a:ahLst/>
            <a:cxnLst/>
            <a:rect l="l" t="t" r="r" b="b"/>
            <a:pathLst>
              <a:path w="41909" h="764539">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7" name="Espaço Reservado para Número de Slide 6">
            <a:extLst>
              <a:ext uri="{FF2B5EF4-FFF2-40B4-BE49-F238E27FC236}">
                <a16:creationId xmlns:a16="http://schemas.microsoft.com/office/drawing/2014/main" id="{557E336C-55EA-92CB-B281-6F5FFA455652}"/>
              </a:ext>
            </a:extLst>
          </p:cNvPr>
          <p:cNvSpPr>
            <a:spLocks noGrp="1"/>
          </p:cNvSpPr>
          <p:nvPr>
            <p:ph type="sldNum" sz="quarter" idx="7"/>
          </p:nvPr>
        </p:nvSpPr>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15</a:t>
            </a:fld>
            <a:endParaRPr lang="en-US" sz="1400" dirty="0">
              <a:solidFill>
                <a:schemeClr val="bg1"/>
              </a:solidFill>
              <a:latin typeface="Futura Lt BT" panose="020B0402020204020303"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03250" y="2225675"/>
            <a:ext cx="16850360" cy="7359387"/>
          </a:xfrm>
          <a:prstGeom prst="rect">
            <a:avLst/>
          </a:prstGeom>
        </p:spPr>
        <p:txBody>
          <a:bodyPr vert="horz" wrap="square" lIns="0" tIns="12065" rIns="0" bIns="0" rtlCol="0">
            <a:spAutoFit/>
          </a:bodyPr>
          <a:lstStyle/>
          <a:p>
            <a:pPr marL="342900" marR="14605"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2400" dirty="0">
                <a:latin typeface="Futura Lt BT Light"/>
                <a:ea typeface="Calibri" panose="020F0502020204030204" pitchFamily="34" charset="0"/>
              </a:rPr>
              <a:t>	</a:t>
            </a:r>
            <a:r>
              <a:rPr lang="pt-BR" sz="2400" noProof="0" dirty="0">
                <a:latin typeface="Futura Lt BT Light"/>
                <a:ea typeface="Calibri" panose="020F0502020204030204" pitchFamily="34" charset="0"/>
              </a:rPr>
              <a:t>O período estimado para a realização do trabalho é de </a:t>
            </a:r>
            <a:r>
              <a:rPr lang="pt-BR" sz="2400" b="1" noProof="0" dirty="0">
                <a:latin typeface="Futura Lt BT Light"/>
                <a:ea typeface="Calibri" panose="020F0502020204030204" pitchFamily="34" charset="0"/>
              </a:rPr>
              <a:t>30 (trinta</a:t>
            </a:r>
            <a:r>
              <a:rPr lang="pt-BR" sz="2400" noProof="0" dirty="0">
                <a:latin typeface="Futura Lt BT Light"/>
                <a:ea typeface="Calibri" panose="020F0502020204030204" pitchFamily="34" charset="0"/>
              </a:rPr>
              <a:t>) dias todo o projeto, sendo o cronograma de trabalho definido junto à Contratante logo após o início dos trabalhos.</a:t>
            </a:r>
          </a:p>
          <a:p>
            <a:pPr marL="342900" marR="14605"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pt-BR" sz="2400" noProof="0" dirty="0">
                <a:latin typeface="Futura Lt BT Light"/>
                <a:ea typeface="Calibri" panose="020F0502020204030204" pitchFamily="34" charset="0"/>
              </a:rPr>
              <a:t>O início dos serviços se dará com o aceite expresso a presente proposta e acesso as informações solicitadas.</a:t>
            </a:r>
          </a:p>
          <a:p>
            <a:pPr marL="342900" marR="14605"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pt-BR" sz="2400" noProof="0" dirty="0">
                <a:latin typeface="Futura Lt BT Light"/>
                <a:ea typeface="Calibri" panose="020F0502020204030204" pitchFamily="34" charset="0"/>
              </a:rPr>
              <a:t>Após o envio da 1ª minuta, a contratante terá o prazo de 10 (dez) dias para realizar seus comentários. Não havendo manifestação neste prazo, a </a:t>
            </a:r>
            <a:r>
              <a:rPr lang="pt-BR" sz="2400" noProof="0" dirty="0" err="1">
                <a:latin typeface="Futura Lt BT Light"/>
                <a:ea typeface="Calibri" panose="020F0502020204030204" pitchFamily="34" charset="0"/>
              </a:rPr>
              <a:t>Meden</a:t>
            </a:r>
            <a:r>
              <a:rPr lang="pt-BR" sz="2400" noProof="0" dirty="0">
                <a:latin typeface="Futura Lt BT Light"/>
                <a:ea typeface="Calibri" panose="020F0502020204030204" pitchFamily="34" charset="0"/>
              </a:rPr>
              <a:t> Consultoria entenderá o projeto como finalizado e providenciará a assinatura do relatório, permanecendo a disposição da contratante para prestar eventuais esclarecimentos.</a:t>
            </a:r>
          </a:p>
          <a:p>
            <a:pPr marL="342900" marR="14605"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pt-BR" sz="2400" noProof="0" dirty="0">
                <a:latin typeface="Futura Lt BT Light"/>
                <a:ea typeface="Calibri" panose="020F0502020204030204" pitchFamily="34" charset="0"/>
              </a:rPr>
              <a:t>	Se houver mudanças relevantes na execução do trabalho, informaremos a administração da Contratante e alinharemos qualquer direção necessária.</a:t>
            </a:r>
          </a:p>
          <a:p>
            <a:pPr marL="342900" marR="14605"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pt-BR" sz="2400" noProof="0" dirty="0">
                <a:latin typeface="Futura Lt BT Light"/>
                <a:ea typeface="Calibri" panose="020F0502020204030204" pitchFamily="34" charset="0"/>
              </a:rPr>
              <a:t>Quaisquer atrasos e/ou horas adicionais incorridas devido a motivos que vão além da nossa responsabilidade serão discutidos separadamente.</a:t>
            </a:r>
          </a:p>
          <a:p>
            <a:pPr marL="342900" marR="14605"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pt-BR" sz="2400" noProof="0" dirty="0">
                <a:latin typeface="Futura Lt BT Light"/>
                <a:ea typeface="Calibri" panose="020F0502020204030204" pitchFamily="34" charset="0"/>
              </a:rPr>
              <a:t>	Esta proposta será válida por 15 (quinze) dias a partir da data de sua emissão.</a:t>
            </a:r>
          </a:p>
        </p:txBody>
      </p:sp>
      <p:sp>
        <p:nvSpPr>
          <p:cNvPr id="3" name="object 3"/>
          <p:cNvSpPr txBox="1">
            <a:spLocks noGrp="1"/>
          </p:cNvSpPr>
          <p:nvPr>
            <p:ph type="title"/>
          </p:nvPr>
        </p:nvSpPr>
        <p:spPr>
          <a:xfrm>
            <a:off x="670002" y="635022"/>
            <a:ext cx="12506247" cy="773930"/>
          </a:xfrm>
          <a:prstGeom prst="rect">
            <a:avLst/>
          </a:prstGeom>
        </p:spPr>
        <p:txBody>
          <a:bodyPr vert="horz" wrap="square" lIns="0" tIns="12065" rIns="0" bIns="0" rtlCol="0">
            <a:spAutoFit/>
          </a:bodyPr>
          <a:lstStyle/>
          <a:p>
            <a:pPr marL="12700">
              <a:lnSpc>
                <a:spcPct val="100000"/>
              </a:lnSpc>
              <a:spcBef>
                <a:spcPts val="95"/>
              </a:spcBef>
            </a:pPr>
            <a:r>
              <a:rPr dirty="0">
                <a:latin typeface="Futura Lt BT Light"/>
              </a:rPr>
              <a:t>PRAZOS</a:t>
            </a:r>
            <a:r>
              <a:rPr spc="-165" dirty="0">
                <a:latin typeface="Futura Lt BT Light"/>
              </a:rPr>
              <a:t> </a:t>
            </a:r>
            <a:r>
              <a:rPr dirty="0">
                <a:latin typeface="Futura Lt BT Light"/>
              </a:rPr>
              <a:t>E</a:t>
            </a:r>
            <a:r>
              <a:rPr spc="-160" dirty="0">
                <a:latin typeface="Futura Lt BT Light"/>
              </a:rPr>
              <a:t> </a:t>
            </a:r>
            <a:r>
              <a:rPr dirty="0">
                <a:latin typeface="Futura Lt BT Light"/>
              </a:rPr>
              <a:t>CONDIÇÕES</a:t>
            </a:r>
            <a:r>
              <a:rPr spc="-160" dirty="0">
                <a:latin typeface="Futura Lt BT Light"/>
              </a:rPr>
              <a:t> </a:t>
            </a:r>
            <a:r>
              <a:rPr dirty="0">
                <a:latin typeface="Futura Lt BT Light"/>
              </a:rPr>
              <a:t>DE</a:t>
            </a:r>
            <a:r>
              <a:rPr spc="-160" dirty="0">
                <a:latin typeface="Futura Lt BT Light"/>
              </a:rPr>
              <a:t> </a:t>
            </a:r>
            <a:r>
              <a:rPr spc="-10" dirty="0">
                <a:latin typeface="Futura Lt BT Light"/>
              </a:rPr>
              <a:t>EXECUÇÃO</a:t>
            </a:r>
          </a:p>
        </p:txBody>
      </p:sp>
      <p:sp>
        <p:nvSpPr>
          <p:cNvPr id="4" name="object 4"/>
          <p:cNvSpPr/>
          <p:nvPr/>
        </p:nvSpPr>
        <p:spPr>
          <a:xfrm>
            <a:off x="492131" y="743432"/>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6" name="object 6"/>
          <p:cNvSpPr/>
          <p:nvPr/>
        </p:nvSpPr>
        <p:spPr>
          <a:xfrm>
            <a:off x="19528201" y="335068"/>
            <a:ext cx="94615" cy="10460990"/>
          </a:xfrm>
          <a:custGeom>
            <a:avLst/>
            <a:gdLst/>
            <a:ahLst/>
            <a:cxnLst/>
            <a:rect l="l" t="t" r="r" b="b"/>
            <a:pathLst>
              <a:path w="94615" h="10460990">
                <a:moveTo>
                  <a:pt x="94237" y="0"/>
                </a:moveTo>
                <a:lnTo>
                  <a:pt x="0" y="0"/>
                </a:lnTo>
                <a:lnTo>
                  <a:pt x="0" y="10460414"/>
                </a:lnTo>
                <a:lnTo>
                  <a:pt x="94237" y="10460414"/>
                </a:lnTo>
                <a:lnTo>
                  <a:pt x="94237" y="0"/>
                </a:lnTo>
                <a:close/>
              </a:path>
            </a:pathLst>
          </a:custGeom>
          <a:solidFill>
            <a:srgbClr val="006969"/>
          </a:solidFill>
        </p:spPr>
        <p:txBody>
          <a:bodyPr wrap="square" lIns="0" tIns="0" rIns="0" bIns="0" rtlCol="0"/>
          <a:lstStyle/>
          <a:p>
            <a:endParaRPr/>
          </a:p>
        </p:txBody>
      </p:sp>
      <p:sp>
        <p:nvSpPr>
          <p:cNvPr id="7" name="object 7"/>
          <p:cNvSpPr/>
          <p:nvPr/>
        </p:nvSpPr>
        <p:spPr>
          <a:xfrm>
            <a:off x="19297842" y="2638663"/>
            <a:ext cx="94615" cy="6042025"/>
          </a:xfrm>
          <a:custGeom>
            <a:avLst/>
            <a:gdLst/>
            <a:ahLst/>
            <a:cxnLst/>
            <a:rect l="l" t="t" r="r" b="b"/>
            <a:pathLst>
              <a:path w="94615" h="6042025">
                <a:moveTo>
                  <a:pt x="94237" y="0"/>
                </a:moveTo>
                <a:lnTo>
                  <a:pt x="0" y="0"/>
                </a:lnTo>
                <a:lnTo>
                  <a:pt x="0" y="6041700"/>
                </a:lnTo>
                <a:lnTo>
                  <a:pt x="94237" y="6041700"/>
                </a:lnTo>
                <a:lnTo>
                  <a:pt x="94237" y="0"/>
                </a:lnTo>
                <a:close/>
              </a:path>
            </a:pathLst>
          </a:custGeom>
          <a:solidFill>
            <a:srgbClr val="C69A78">
              <a:alpha val="89999"/>
            </a:srgbClr>
          </a:solidFill>
        </p:spPr>
        <p:txBody>
          <a:bodyPr wrap="square" lIns="0" tIns="0" rIns="0" bIns="0" rtlCol="0"/>
          <a:lstStyle/>
          <a:p>
            <a:endParaRPr/>
          </a:p>
        </p:txBody>
      </p:sp>
      <p:sp>
        <p:nvSpPr>
          <p:cNvPr id="8" name="object 8"/>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a:p>
        </p:txBody>
      </p:sp>
      <p:sp>
        <p:nvSpPr>
          <p:cNvPr id="11" name="object 11"/>
          <p:cNvSpPr/>
          <p:nvPr/>
        </p:nvSpPr>
        <p:spPr>
          <a:xfrm>
            <a:off x="17274336" y="1502984"/>
            <a:ext cx="1788795" cy="1167130"/>
          </a:xfrm>
          <a:custGeom>
            <a:avLst/>
            <a:gdLst/>
            <a:ahLst/>
            <a:cxnLst/>
            <a:rect l="l" t="t" r="r" b="b"/>
            <a:pathLst>
              <a:path w="1788794" h="1167130">
                <a:moveTo>
                  <a:pt x="1544277" y="0"/>
                </a:moveTo>
                <a:lnTo>
                  <a:pt x="237176" y="0"/>
                </a:lnTo>
                <a:lnTo>
                  <a:pt x="233969" y="64181"/>
                </a:lnTo>
                <a:lnTo>
                  <a:pt x="228782" y="126755"/>
                </a:lnTo>
                <a:lnTo>
                  <a:pt x="221694" y="187532"/>
                </a:lnTo>
                <a:lnTo>
                  <a:pt x="212782" y="246319"/>
                </a:lnTo>
                <a:lnTo>
                  <a:pt x="202127" y="302927"/>
                </a:lnTo>
                <a:lnTo>
                  <a:pt x="189808" y="357163"/>
                </a:lnTo>
                <a:lnTo>
                  <a:pt x="175903" y="408838"/>
                </a:lnTo>
                <a:lnTo>
                  <a:pt x="160490" y="457759"/>
                </a:lnTo>
                <a:lnTo>
                  <a:pt x="143650" y="503737"/>
                </a:lnTo>
                <a:lnTo>
                  <a:pt x="125461" y="546579"/>
                </a:lnTo>
                <a:lnTo>
                  <a:pt x="106002" y="586095"/>
                </a:lnTo>
                <a:lnTo>
                  <a:pt x="85352" y="622093"/>
                </a:lnTo>
                <a:lnTo>
                  <a:pt x="63590" y="654384"/>
                </a:lnTo>
                <a:lnTo>
                  <a:pt x="40794" y="682775"/>
                </a:lnTo>
                <a:lnTo>
                  <a:pt x="30924" y="696622"/>
                </a:lnTo>
                <a:lnTo>
                  <a:pt x="20852" y="710327"/>
                </a:lnTo>
                <a:lnTo>
                  <a:pt x="10553" y="723858"/>
                </a:lnTo>
                <a:lnTo>
                  <a:pt x="0" y="737181"/>
                </a:lnTo>
                <a:lnTo>
                  <a:pt x="0" y="1167095"/>
                </a:lnTo>
                <a:lnTo>
                  <a:pt x="38130" y="1138103"/>
                </a:lnTo>
                <a:lnTo>
                  <a:pt x="75140" y="1107757"/>
                </a:lnTo>
                <a:lnTo>
                  <a:pt x="110994" y="1076095"/>
                </a:lnTo>
                <a:lnTo>
                  <a:pt x="145654" y="1043152"/>
                </a:lnTo>
                <a:lnTo>
                  <a:pt x="179083" y="1008967"/>
                </a:lnTo>
                <a:lnTo>
                  <a:pt x="211245" y="973574"/>
                </a:lnTo>
                <a:lnTo>
                  <a:pt x="242103" y="937012"/>
                </a:lnTo>
                <a:lnTo>
                  <a:pt x="271621" y="899317"/>
                </a:lnTo>
                <a:lnTo>
                  <a:pt x="299762" y="860526"/>
                </a:lnTo>
                <a:lnTo>
                  <a:pt x="326489" y="820676"/>
                </a:lnTo>
                <a:lnTo>
                  <a:pt x="351766" y="779803"/>
                </a:lnTo>
                <a:lnTo>
                  <a:pt x="375555" y="737945"/>
                </a:lnTo>
                <a:lnTo>
                  <a:pt x="397820" y="695137"/>
                </a:lnTo>
                <a:lnTo>
                  <a:pt x="418524" y="651417"/>
                </a:lnTo>
                <a:lnTo>
                  <a:pt x="437632" y="606822"/>
                </a:lnTo>
                <a:lnTo>
                  <a:pt x="455105" y="561389"/>
                </a:lnTo>
                <a:lnTo>
                  <a:pt x="470907" y="515154"/>
                </a:lnTo>
                <a:lnTo>
                  <a:pt x="485002" y="468154"/>
                </a:lnTo>
                <a:lnTo>
                  <a:pt x="497353" y="420425"/>
                </a:lnTo>
                <a:lnTo>
                  <a:pt x="507923" y="372006"/>
                </a:lnTo>
                <a:lnTo>
                  <a:pt x="516675" y="322931"/>
                </a:lnTo>
                <a:lnTo>
                  <a:pt x="523573" y="273239"/>
                </a:lnTo>
                <a:lnTo>
                  <a:pt x="528580" y="222967"/>
                </a:lnTo>
                <a:lnTo>
                  <a:pt x="767369" y="222967"/>
                </a:lnTo>
                <a:lnTo>
                  <a:pt x="767369" y="824938"/>
                </a:lnTo>
                <a:lnTo>
                  <a:pt x="1021822" y="824938"/>
                </a:lnTo>
                <a:lnTo>
                  <a:pt x="1021822" y="222967"/>
                </a:lnTo>
                <a:lnTo>
                  <a:pt x="1259584" y="222967"/>
                </a:lnTo>
                <a:lnTo>
                  <a:pt x="1264591" y="273239"/>
                </a:lnTo>
                <a:lnTo>
                  <a:pt x="1271490" y="322931"/>
                </a:lnTo>
                <a:lnTo>
                  <a:pt x="1280243" y="372006"/>
                </a:lnTo>
                <a:lnTo>
                  <a:pt x="1290813" y="420425"/>
                </a:lnTo>
                <a:lnTo>
                  <a:pt x="1303165" y="468154"/>
                </a:lnTo>
                <a:lnTo>
                  <a:pt x="1317261" y="515154"/>
                </a:lnTo>
                <a:lnTo>
                  <a:pt x="1333064" y="561389"/>
                </a:lnTo>
                <a:lnTo>
                  <a:pt x="1350538" y="606822"/>
                </a:lnTo>
                <a:lnTo>
                  <a:pt x="1369647" y="651417"/>
                </a:lnTo>
                <a:lnTo>
                  <a:pt x="1390352" y="695137"/>
                </a:lnTo>
                <a:lnTo>
                  <a:pt x="1412618" y="737945"/>
                </a:lnTo>
                <a:lnTo>
                  <a:pt x="1436409" y="779803"/>
                </a:lnTo>
                <a:lnTo>
                  <a:pt x="1461686" y="820676"/>
                </a:lnTo>
                <a:lnTo>
                  <a:pt x="1488414" y="860526"/>
                </a:lnTo>
                <a:lnTo>
                  <a:pt x="1516555" y="899317"/>
                </a:lnTo>
                <a:lnTo>
                  <a:pt x="1546074" y="937012"/>
                </a:lnTo>
                <a:lnTo>
                  <a:pt x="1576933" y="973574"/>
                </a:lnTo>
                <a:lnTo>
                  <a:pt x="1609095" y="1008967"/>
                </a:lnTo>
                <a:lnTo>
                  <a:pt x="1642524" y="1043152"/>
                </a:lnTo>
                <a:lnTo>
                  <a:pt x="1677184" y="1076095"/>
                </a:lnTo>
                <a:lnTo>
                  <a:pt x="1713036" y="1107757"/>
                </a:lnTo>
                <a:lnTo>
                  <a:pt x="1750046" y="1138103"/>
                </a:lnTo>
                <a:lnTo>
                  <a:pt x="1788175" y="1167095"/>
                </a:lnTo>
                <a:lnTo>
                  <a:pt x="1788175" y="737181"/>
                </a:lnTo>
                <a:lnTo>
                  <a:pt x="1771475" y="715805"/>
                </a:lnTo>
                <a:lnTo>
                  <a:pt x="1766040" y="708575"/>
                </a:lnTo>
                <a:lnTo>
                  <a:pt x="1719158" y="656181"/>
                </a:lnTo>
                <a:lnTo>
                  <a:pt x="1697235" y="623963"/>
                </a:lnTo>
                <a:lnTo>
                  <a:pt x="1676429" y="587991"/>
                </a:lnTo>
                <a:lnTo>
                  <a:pt x="1656822" y="548457"/>
                </a:lnTo>
                <a:lnTo>
                  <a:pt x="1638493" y="505558"/>
                </a:lnTo>
                <a:lnTo>
                  <a:pt x="1621523" y="459485"/>
                </a:lnTo>
                <a:lnTo>
                  <a:pt x="1605991" y="410435"/>
                </a:lnTo>
                <a:lnTo>
                  <a:pt x="1591978" y="358600"/>
                </a:lnTo>
                <a:lnTo>
                  <a:pt x="1579564" y="304175"/>
                </a:lnTo>
                <a:lnTo>
                  <a:pt x="1568828" y="247355"/>
                </a:lnTo>
                <a:lnTo>
                  <a:pt x="1559852" y="188333"/>
                </a:lnTo>
                <a:lnTo>
                  <a:pt x="1552714" y="127304"/>
                </a:lnTo>
                <a:lnTo>
                  <a:pt x="1547496" y="64461"/>
                </a:lnTo>
                <a:lnTo>
                  <a:pt x="1544277" y="0"/>
                </a:lnTo>
                <a:close/>
              </a:path>
            </a:pathLst>
          </a:custGeom>
          <a:solidFill>
            <a:srgbClr val="C99C7B">
              <a:alpha val="19999"/>
            </a:srgbClr>
          </a:solidFill>
        </p:spPr>
        <p:txBody>
          <a:bodyPr wrap="square" lIns="0" tIns="0" rIns="0" bIns="0" rtlCol="0"/>
          <a:lstStyle/>
          <a:p>
            <a:endParaRPr/>
          </a:p>
        </p:txBody>
      </p:sp>
      <p:sp>
        <p:nvSpPr>
          <p:cNvPr id="12" name="object 12"/>
          <p:cNvSpPr/>
          <p:nvPr/>
        </p:nvSpPr>
        <p:spPr>
          <a:xfrm>
            <a:off x="17274336" y="175466"/>
            <a:ext cx="1788795" cy="1167130"/>
          </a:xfrm>
          <a:custGeom>
            <a:avLst/>
            <a:gdLst/>
            <a:ahLst/>
            <a:cxnLst/>
            <a:rect l="l" t="t" r="r" b="b"/>
            <a:pathLst>
              <a:path w="1788794" h="1167130">
                <a:moveTo>
                  <a:pt x="1788175" y="0"/>
                </a:moveTo>
                <a:lnTo>
                  <a:pt x="1750046" y="28985"/>
                </a:lnTo>
                <a:lnTo>
                  <a:pt x="1713037" y="59324"/>
                </a:lnTo>
                <a:lnTo>
                  <a:pt x="1677184" y="90981"/>
                </a:lnTo>
                <a:lnTo>
                  <a:pt x="1642524" y="123918"/>
                </a:lnTo>
                <a:lnTo>
                  <a:pt x="1609095" y="158098"/>
                </a:lnTo>
                <a:lnTo>
                  <a:pt x="1576933" y="193486"/>
                </a:lnTo>
                <a:lnTo>
                  <a:pt x="1546075" y="230043"/>
                </a:lnTo>
                <a:lnTo>
                  <a:pt x="1516556" y="267734"/>
                </a:lnTo>
                <a:lnTo>
                  <a:pt x="1488416" y="306522"/>
                </a:lnTo>
                <a:lnTo>
                  <a:pt x="1461688" y="346369"/>
                </a:lnTo>
                <a:lnTo>
                  <a:pt x="1436412" y="387239"/>
                </a:lnTo>
                <a:lnTo>
                  <a:pt x="1412623" y="429095"/>
                </a:lnTo>
                <a:lnTo>
                  <a:pt x="1390358" y="471901"/>
                </a:lnTo>
                <a:lnTo>
                  <a:pt x="1369654" y="515619"/>
                </a:lnTo>
                <a:lnTo>
                  <a:pt x="1350547" y="560212"/>
                </a:lnTo>
                <a:lnTo>
                  <a:pt x="1333075" y="605645"/>
                </a:lnTo>
                <a:lnTo>
                  <a:pt x="1317273" y="651880"/>
                </a:lnTo>
                <a:lnTo>
                  <a:pt x="1303180" y="698881"/>
                </a:lnTo>
                <a:lnTo>
                  <a:pt x="1290831" y="746609"/>
                </a:lnTo>
                <a:lnTo>
                  <a:pt x="1280264" y="795030"/>
                </a:lnTo>
                <a:lnTo>
                  <a:pt x="1271514" y="844106"/>
                </a:lnTo>
                <a:lnTo>
                  <a:pt x="1264619" y="893800"/>
                </a:lnTo>
                <a:lnTo>
                  <a:pt x="1259616" y="944075"/>
                </a:lnTo>
                <a:lnTo>
                  <a:pt x="1020817" y="944075"/>
                </a:lnTo>
                <a:lnTo>
                  <a:pt x="1020817" y="342146"/>
                </a:lnTo>
                <a:lnTo>
                  <a:pt x="766332" y="342146"/>
                </a:lnTo>
                <a:lnTo>
                  <a:pt x="766332" y="944075"/>
                </a:lnTo>
                <a:lnTo>
                  <a:pt x="528580" y="944075"/>
                </a:lnTo>
                <a:lnTo>
                  <a:pt x="523573" y="893800"/>
                </a:lnTo>
                <a:lnTo>
                  <a:pt x="516675" y="844106"/>
                </a:lnTo>
                <a:lnTo>
                  <a:pt x="507923" y="795030"/>
                </a:lnTo>
                <a:lnTo>
                  <a:pt x="497353" y="746609"/>
                </a:lnTo>
                <a:lnTo>
                  <a:pt x="485002" y="698881"/>
                </a:lnTo>
                <a:lnTo>
                  <a:pt x="470907" y="651880"/>
                </a:lnTo>
                <a:lnTo>
                  <a:pt x="455105" y="605645"/>
                </a:lnTo>
                <a:lnTo>
                  <a:pt x="437632" y="560212"/>
                </a:lnTo>
                <a:lnTo>
                  <a:pt x="418524" y="515619"/>
                </a:lnTo>
                <a:lnTo>
                  <a:pt x="397820" y="471901"/>
                </a:lnTo>
                <a:lnTo>
                  <a:pt x="375555" y="429095"/>
                </a:lnTo>
                <a:lnTo>
                  <a:pt x="351766" y="387239"/>
                </a:lnTo>
                <a:lnTo>
                  <a:pt x="326489" y="346369"/>
                </a:lnTo>
                <a:lnTo>
                  <a:pt x="299762" y="306522"/>
                </a:lnTo>
                <a:lnTo>
                  <a:pt x="271621" y="267734"/>
                </a:lnTo>
                <a:lnTo>
                  <a:pt x="242103" y="230043"/>
                </a:lnTo>
                <a:lnTo>
                  <a:pt x="211245" y="193486"/>
                </a:lnTo>
                <a:lnTo>
                  <a:pt x="179083" y="158098"/>
                </a:lnTo>
                <a:lnTo>
                  <a:pt x="145654" y="123918"/>
                </a:lnTo>
                <a:lnTo>
                  <a:pt x="110994" y="90981"/>
                </a:lnTo>
                <a:lnTo>
                  <a:pt x="75140" y="59324"/>
                </a:lnTo>
                <a:lnTo>
                  <a:pt x="38130" y="28985"/>
                </a:lnTo>
                <a:lnTo>
                  <a:pt x="0" y="0"/>
                </a:lnTo>
                <a:lnTo>
                  <a:pt x="0" y="429892"/>
                </a:lnTo>
                <a:lnTo>
                  <a:pt x="22135" y="458457"/>
                </a:lnTo>
                <a:lnTo>
                  <a:pt x="46060" y="482596"/>
                </a:lnTo>
                <a:lnTo>
                  <a:pt x="69026" y="510876"/>
                </a:lnTo>
                <a:lnTo>
                  <a:pt x="90952" y="543104"/>
                </a:lnTo>
                <a:lnTo>
                  <a:pt x="111760" y="579086"/>
                </a:lnTo>
                <a:lnTo>
                  <a:pt x="131368" y="618626"/>
                </a:lnTo>
                <a:lnTo>
                  <a:pt x="149697" y="661530"/>
                </a:lnTo>
                <a:lnTo>
                  <a:pt x="166668" y="707606"/>
                </a:lnTo>
                <a:lnTo>
                  <a:pt x="182200" y="756657"/>
                </a:lnTo>
                <a:lnTo>
                  <a:pt x="196213" y="808491"/>
                </a:lnTo>
                <a:lnTo>
                  <a:pt x="208628" y="862913"/>
                </a:lnTo>
                <a:lnTo>
                  <a:pt x="219364" y="919728"/>
                </a:lnTo>
                <a:lnTo>
                  <a:pt x="228342" y="978743"/>
                </a:lnTo>
                <a:lnTo>
                  <a:pt x="235483" y="1039763"/>
                </a:lnTo>
                <a:lnTo>
                  <a:pt x="240705" y="1102594"/>
                </a:lnTo>
                <a:lnTo>
                  <a:pt x="243929" y="1167042"/>
                </a:lnTo>
                <a:lnTo>
                  <a:pt x="1551031" y="1167042"/>
                </a:lnTo>
                <a:lnTo>
                  <a:pt x="1554233" y="1102871"/>
                </a:lnTo>
                <a:lnTo>
                  <a:pt x="1559417" y="1040304"/>
                </a:lnTo>
                <a:lnTo>
                  <a:pt x="1566502" y="979533"/>
                </a:lnTo>
                <a:lnTo>
                  <a:pt x="1575411" y="920748"/>
                </a:lnTo>
                <a:lnTo>
                  <a:pt x="1586064" y="864142"/>
                </a:lnTo>
                <a:lnTo>
                  <a:pt x="1598383" y="809906"/>
                </a:lnTo>
                <a:lnTo>
                  <a:pt x="1612288" y="758230"/>
                </a:lnTo>
                <a:lnTo>
                  <a:pt x="1627701" y="709308"/>
                </a:lnTo>
                <a:lnTo>
                  <a:pt x="1644542" y="663329"/>
                </a:lnTo>
                <a:lnTo>
                  <a:pt x="1662732" y="620485"/>
                </a:lnTo>
                <a:lnTo>
                  <a:pt x="1682194" y="580967"/>
                </a:lnTo>
                <a:lnTo>
                  <a:pt x="1702847" y="544968"/>
                </a:lnTo>
                <a:lnTo>
                  <a:pt x="1724613" y="512678"/>
                </a:lnTo>
                <a:lnTo>
                  <a:pt x="1747412" y="484288"/>
                </a:lnTo>
                <a:lnTo>
                  <a:pt x="1757270" y="470444"/>
                </a:lnTo>
                <a:lnTo>
                  <a:pt x="1767334" y="456745"/>
                </a:lnTo>
                <a:lnTo>
                  <a:pt x="1777629" y="443218"/>
                </a:lnTo>
                <a:lnTo>
                  <a:pt x="1788175" y="429892"/>
                </a:lnTo>
                <a:lnTo>
                  <a:pt x="1788175" y="0"/>
                </a:lnTo>
                <a:close/>
              </a:path>
            </a:pathLst>
          </a:custGeom>
          <a:solidFill>
            <a:srgbClr val="C99C7B">
              <a:alpha val="19999"/>
            </a:srgbClr>
          </a:solidFill>
        </p:spPr>
        <p:txBody>
          <a:bodyPr wrap="square" lIns="0" tIns="0" rIns="0" bIns="0" rtlCol="0"/>
          <a:lstStyle/>
          <a:p>
            <a:endParaRPr/>
          </a:p>
        </p:txBody>
      </p:sp>
      <p:sp>
        <p:nvSpPr>
          <p:cNvPr id="2" name="object 24">
            <a:extLst>
              <a:ext uri="{FF2B5EF4-FFF2-40B4-BE49-F238E27FC236}">
                <a16:creationId xmlns:a16="http://schemas.microsoft.com/office/drawing/2014/main" id="{91A13996-95E8-8883-3889-8CEE576FFBE3}"/>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13" name="Espaço Reservado para Número de Slide 12">
            <a:extLst>
              <a:ext uri="{FF2B5EF4-FFF2-40B4-BE49-F238E27FC236}">
                <a16:creationId xmlns:a16="http://schemas.microsoft.com/office/drawing/2014/main" id="{10BD8300-6DC9-1E3F-2552-146C85986607}"/>
              </a:ext>
            </a:extLst>
          </p:cNvPr>
          <p:cNvSpPr>
            <a:spLocks noGrp="1"/>
          </p:cNvSpPr>
          <p:nvPr>
            <p:ph type="sldNum" sz="quarter" idx="7"/>
          </p:nvPr>
        </p:nvSpPr>
        <p:spPr>
          <a:xfrm>
            <a:off x="14992350" y="10988675"/>
            <a:ext cx="4623943" cy="565467"/>
          </a:xfrm>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16</a:t>
            </a:fld>
            <a:endParaRPr lang="en-US" sz="1400" dirty="0">
              <a:solidFill>
                <a:schemeClr val="bg1"/>
              </a:solidFill>
              <a:latin typeface="Futura Lt BT" panose="020B0402020204020303"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002" y="635022"/>
            <a:ext cx="12353847" cy="773930"/>
          </a:xfrm>
          <a:prstGeom prst="rect">
            <a:avLst/>
          </a:prstGeom>
        </p:spPr>
        <p:txBody>
          <a:bodyPr vert="horz" wrap="square" lIns="0" tIns="12065" rIns="0" bIns="0" rtlCol="0">
            <a:spAutoFit/>
          </a:bodyPr>
          <a:lstStyle/>
          <a:p>
            <a:pPr marL="12700">
              <a:lnSpc>
                <a:spcPct val="100000"/>
              </a:lnSpc>
              <a:spcBef>
                <a:spcPts val="95"/>
              </a:spcBef>
            </a:pPr>
            <a:r>
              <a:rPr dirty="0">
                <a:latin typeface="Futura Lt BT Light"/>
              </a:rPr>
              <a:t>PRAZOS</a:t>
            </a:r>
            <a:r>
              <a:rPr spc="-165" dirty="0">
                <a:latin typeface="Futura Lt BT Light"/>
              </a:rPr>
              <a:t> </a:t>
            </a:r>
            <a:r>
              <a:rPr dirty="0">
                <a:latin typeface="Futura Lt BT Light"/>
              </a:rPr>
              <a:t>E</a:t>
            </a:r>
            <a:r>
              <a:rPr spc="-160" dirty="0">
                <a:latin typeface="Futura Lt BT Light"/>
              </a:rPr>
              <a:t> </a:t>
            </a:r>
            <a:r>
              <a:rPr dirty="0">
                <a:latin typeface="Futura Lt BT Light"/>
              </a:rPr>
              <a:t>CONDIÇÕES</a:t>
            </a:r>
            <a:r>
              <a:rPr spc="-160" dirty="0">
                <a:latin typeface="Futura Lt BT Light"/>
              </a:rPr>
              <a:t> </a:t>
            </a:r>
            <a:r>
              <a:rPr dirty="0">
                <a:latin typeface="Futura Lt BT Light"/>
              </a:rPr>
              <a:t>DE</a:t>
            </a:r>
            <a:r>
              <a:rPr spc="-160" dirty="0">
                <a:latin typeface="Futura Lt BT Light"/>
              </a:rPr>
              <a:t> </a:t>
            </a:r>
            <a:r>
              <a:rPr spc="-10" dirty="0">
                <a:latin typeface="Futura Lt BT Light"/>
              </a:rPr>
              <a:t>EXECUÇÃO</a:t>
            </a:r>
          </a:p>
        </p:txBody>
      </p:sp>
      <p:sp>
        <p:nvSpPr>
          <p:cNvPr id="3" name="object 3"/>
          <p:cNvSpPr/>
          <p:nvPr/>
        </p:nvSpPr>
        <p:spPr>
          <a:xfrm>
            <a:off x="492131" y="743432"/>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4" name="object 4"/>
          <p:cNvSpPr txBox="1"/>
          <p:nvPr/>
        </p:nvSpPr>
        <p:spPr>
          <a:xfrm>
            <a:off x="547288" y="2180946"/>
            <a:ext cx="14899640" cy="8159606"/>
          </a:xfrm>
          <a:prstGeom prst="rect">
            <a:avLst/>
          </a:prstGeom>
        </p:spPr>
        <p:txBody>
          <a:bodyPr vert="horz" wrap="square" lIns="0" tIns="12065" rIns="0" bIns="0" rtlCol="0">
            <a:spAutoFit/>
          </a:bodyPr>
          <a:lstStyle/>
          <a:p>
            <a:pPr marL="342900" marR="13970"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2400" dirty="0">
                <a:latin typeface="Futura Lt BT Light"/>
                <a:ea typeface="Calibri" panose="020F0502020204030204" pitchFamily="34" charset="0"/>
              </a:rPr>
              <a:t>Conforme descrito, o escopo deste trabalho será desenvolvido com base em informações fornecidas pelo cliente, cabe ressaltar que as mesmas não serão objeto de revisão e/ou auditoria por parte da Meden Consultoria com finalidade de expressar opinião sobre estas. Contudo, observaremos de maneira holística a coerência interna das mesmas.</a:t>
            </a:r>
          </a:p>
          <a:p>
            <a:pPr marL="342900" marR="13970"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2400" dirty="0">
                <a:latin typeface="Futura Lt BT Light"/>
                <a:ea typeface="Calibri" panose="020F0502020204030204" pitchFamily="34" charset="0"/>
              </a:rPr>
              <a:t>O compromisso decorrente da presente proposta de prestação de serviços poderá ser rescindido em comum acordo entre as Partes. Neste caso, a interrupção dos serviços em andamento implicará o pagamento do valor proporcional ao trabalho executado à Meden Consultoria, de acordo com os honorários estabelecidos na Cláusula Quarta.</a:t>
            </a:r>
          </a:p>
          <a:p>
            <a:pPr marL="342900" marR="13970"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2400" dirty="0">
                <a:latin typeface="Futura Lt BT Light"/>
                <a:ea typeface="Calibri" panose="020F0502020204030204" pitchFamily="34" charset="0"/>
              </a:rPr>
              <a:t>A Meden Consultoria está autorizada a comunicar em seu material informativo (“site”, “folder” e outros meios) ou a terceiros que a Contratante é sua cliente.</a:t>
            </a:r>
          </a:p>
          <a:p>
            <a:pPr marL="342900" marR="13970" indent="-342900" algn="just">
              <a:lnSpc>
                <a:spcPct val="150000"/>
              </a:lnSpc>
              <a:spcBef>
                <a:spcPts val="600"/>
              </a:spcBef>
              <a:spcAft>
                <a:spcPts val="600"/>
              </a:spcAft>
              <a:buSzPct val="160000"/>
              <a:buBlip>
                <a:blip r:embed="rId2"/>
              </a:buBlip>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sz="2400" dirty="0">
                <a:latin typeface="Futura Lt BT Light"/>
                <a:ea typeface="Calibri" panose="020F0502020204030204" pitchFamily="34" charset="0"/>
              </a:rPr>
              <a:t>As partes elegem o foro da Capital da Cidade do Rio de Janeiro, com exclusão de qualquer outro, por mais privilegiado que seja, como único competente para dirimir controvérsias resultantes da aplicação do presente contrato, bem como todos os casos não previstos no presente instrumento.</a:t>
            </a:r>
          </a:p>
        </p:txBody>
      </p:sp>
      <p:sp>
        <p:nvSpPr>
          <p:cNvPr id="5" name="object 5"/>
          <p:cNvSpPr/>
          <p:nvPr/>
        </p:nvSpPr>
        <p:spPr>
          <a:xfrm>
            <a:off x="19528201" y="335068"/>
            <a:ext cx="94615" cy="10460990"/>
          </a:xfrm>
          <a:custGeom>
            <a:avLst/>
            <a:gdLst/>
            <a:ahLst/>
            <a:cxnLst/>
            <a:rect l="l" t="t" r="r" b="b"/>
            <a:pathLst>
              <a:path w="94615" h="10460990">
                <a:moveTo>
                  <a:pt x="94237" y="0"/>
                </a:moveTo>
                <a:lnTo>
                  <a:pt x="0" y="0"/>
                </a:lnTo>
                <a:lnTo>
                  <a:pt x="0" y="10460414"/>
                </a:lnTo>
                <a:lnTo>
                  <a:pt x="94237" y="10460414"/>
                </a:lnTo>
                <a:lnTo>
                  <a:pt x="94237" y="0"/>
                </a:lnTo>
                <a:close/>
              </a:path>
            </a:pathLst>
          </a:custGeom>
          <a:solidFill>
            <a:srgbClr val="006969"/>
          </a:solidFill>
        </p:spPr>
        <p:txBody>
          <a:bodyPr wrap="square" lIns="0" tIns="0" rIns="0" bIns="0" rtlCol="0"/>
          <a:lstStyle/>
          <a:p>
            <a:endParaRPr/>
          </a:p>
        </p:txBody>
      </p:sp>
      <p:sp>
        <p:nvSpPr>
          <p:cNvPr id="6" name="object 6"/>
          <p:cNvSpPr/>
          <p:nvPr/>
        </p:nvSpPr>
        <p:spPr>
          <a:xfrm>
            <a:off x="19297842" y="2638663"/>
            <a:ext cx="94615" cy="6042025"/>
          </a:xfrm>
          <a:custGeom>
            <a:avLst/>
            <a:gdLst/>
            <a:ahLst/>
            <a:cxnLst/>
            <a:rect l="l" t="t" r="r" b="b"/>
            <a:pathLst>
              <a:path w="94615" h="6042025">
                <a:moveTo>
                  <a:pt x="94237" y="0"/>
                </a:moveTo>
                <a:lnTo>
                  <a:pt x="0" y="0"/>
                </a:lnTo>
                <a:lnTo>
                  <a:pt x="0" y="6041700"/>
                </a:lnTo>
                <a:lnTo>
                  <a:pt x="94237" y="6041700"/>
                </a:lnTo>
                <a:lnTo>
                  <a:pt x="94237" y="0"/>
                </a:lnTo>
                <a:close/>
              </a:path>
            </a:pathLst>
          </a:custGeom>
          <a:solidFill>
            <a:srgbClr val="C69A78">
              <a:alpha val="89999"/>
            </a:srgbClr>
          </a:solidFill>
        </p:spPr>
        <p:txBody>
          <a:bodyPr wrap="square" lIns="0" tIns="0" rIns="0" bIns="0" rtlCol="0"/>
          <a:lstStyle/>
          <a:p>
            <a:endParaRPr/>
          </a:p>
        </p:txBody>
      </p:sp>
      <p:sp>
        <p:nvSpPr>
          <p:cNvPr id="7" name="object 7"/>
          <p:cNvSpPr/>
          <p:nvPr/>
        </p:nvSpPr>
        <p:spPr>
          <a:xfrm>
            <a:off x="16198457" y="10942084"/>
            <a:ext cx="3811904" cy="367030"/>
          </a:xfrm>
          <a:custGeom>
            <a:avLst/>
            <a:gdLst/>
            <a:ahLst/>
            <a:cxnLst/>
            <a:rect l="l" t="t" r="r" b="b"/>
            <a:pathLst>
              <a:path w="3811905" h="367029">
                <a:moveTo>
                  <a:pt x="3811397" y="266573"/>
                </a:moveTo>
                <a:lnTo>
                  <a:pt x="3807104" y="218668"/>
                </a:lnTo>
                <a:lnTo>
                  <a:pt x="3794722" y="173570"/>
                </a:lnTo>
                <a:lnTo>
                  <a:pt x="3774998" y="132029"/>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29"/>
                </a:lnTo>
                <a:lnTo>
                  <a:pt x="16675" y="173570"/>
                </a:lnTo>
                <a:lnTo>
                  <a:pt x="4292" y="218668"/>
                </a:lnTo>
                <a:lnTo>
                  <a:pt x="0" y="266573"/>
                </a:lnTo>
                <a:lnTo>
                  <a:pt x="0" y="366471"/>
                </a:lnTo>
                <a:lnTo>
                  <a:pt x="3811397" y="366471"/>
                </a:lnTo>
                <a:lnTo>
                  <a:pt x="3811397" y="266573"/>
                </a:lnTo>
                <a:close/>
              </a:path>
            </a:pathLst>
          </a:custGeom>
          <a:solidFill>
            <a:srgbClr val="006969">
              <a:alpha val="89999"/>
            </a:srgbClr>
          </a:solidFill>
        </p:spPr>
        <p:txBody>
          <a:bodyPr wrap="square" lIns="0" tIns="0" rIns="0" bIns="0" rtlCol="0"/>
          <a:lstStyle/>
          <a:p>
            <a:endParaRPr/>
          </a:p>
        </p:txBody>
      </p:sp>
      <p:sp>
        <p:nvSpPr>
          <p:cNvPr id="10" name="object 10"/>
          <p:cNvSpPr/>
          <p:nvPr/>
        </p:nvSpPr>
        <p:spPr>
          <a:xfrm>
            <a:off x="17274336" y="1502984"/>
            <a:ext cx="1788795" cy="1167130"/>
          </a:xfrm>
          <a:custGeom>
            <a:avLst/>
            <a:gdLst/>
            <a:ahLst/>
            <a:cxnLst/>
            <a:rect l="l" t="t" r="r" b="b"/>
            <a:pathLst>
              <a:path w="1788794" h="1167130">
                <a:moveTo>
                  <a:pt x="1544277" y="0"/>
                </a:moveTo>
                <a:lnTo>
                  <a:pt x="237176" y="0"/>
                </a:lnTo>
                <a:lnTo>
                  <a:pt x="233969" y="64181"/>
                </a:lnTo>
                <a:lnTo>
                  <a:pt x="228782" y="126755"/>
                </a:lnTo>
                <a:lnTo>
                  <a:pt x="221694" y="187532"/>
                </a:lnTo>
                <a:lnTo>
                  <a:pt x="212782" y="246319"/>
                </a:lnTo>
                <a:lnTo>
                  <a:pt x="202127" y="302927"/>
                </a:lnTo>
                <a:lnTo>
                  <a:pt x="189808" y="357163"/>
                </a:lnTo>
                <a:lnTo>
                  <a:pt x="175903" y="408838"/>
                </a:lnTo>
                <a:lnTo>
                  <a:pt x="160490" y="457759"/>
                </a:lnTo>
                <a:lnTo>
                  <a:pt x="143650" y="503737"/>
                </a:lnTo>
                <a:lnTo>
                  <a:pt x="125461" y="546579"/>
                </a:lnTo>
                <a:lnTo>
                  <a:pt x="106002" y="586095"/>
                </a:lnTo>
                <a:lnTo>
                  <a:pt x="85352" y="622093"/>
                </a:lnTo>
                <a:lnTo>
                  <a:pt x="63590" y="654384"/>
                </a:lnTo>
                <a:lnTo>
                  <a:pt x="40794" y="682775"/>
                </a:lnTo>
                <a:lnTo>
                  <a:pt x="30924" y="696622"/>
                </a:lnTo>
                <a:lnTo>
                  <a:pt x="20852" y="710327"/>
                </a:lnTo>
                <a:lnTo>
                  <a:pt x="10553" y="723858"/>
                </a:lnTo>
                <a:lnTo>
                  <a:pt x="0" y="737181"/>
                </a:lnTo>
                <a:lnTo>
                  <a:pt x="0" y="1167095"/>
                </a:lnTo>
                <a:lnTo>
                  <a:pt x="38130" y="1138103"/>
                </a:lnTo>
                <a:lnTo>
                  <a:pt x="75140" y="1107757"/>
                </a:lnTo>
                <a:lnTo>
                  <a:pt x="110994" y="1076095"/>
                </a:lnTo>
                <a:lnTo>
                  <a:pt x="145654" y="1043152"/>
                </a:lnTo>
                <a:lnTo>
                  <a:pt x="179083" y="1008967"/>
                </a:lnTo>
                <a:lnTo>
                  <a:pt x="211245" y="973574"/>
                </a:lnTo>
                <a:lnTo>
                  <a:pt x="242103" y="937012"/>
                </a:lnTo>
                <a:lnTo>
                  <a:pt x="271621" y="899317"/>
                </a:lnTo>
                <a:lnTo>
                  <a:pt x="299762" y="860526"/>
                </a:lnTo>
                <a:lnTo>
                  <a:pt x="326489" y="820676"/>
                </a:lnTo>
                <a:lnTo>
                  <a:pt x="351766" y="779803"/>
                </a:lnTo>
                <a:lnTo>
                  <a:pt x="375555" y="737945"/>
                </a:lnTo>
                <a:lnTo>
                  <a:pt x="397820" y="695137"/>
                </a:lnTo>
                <a:lnTo>
                  <a:pt x="418524" y="651417"/>
                </a:lnTo>
                <a:lnTo>
                  <a:pt x="437632" y="606822"/>
                </a:lnTo>
                <a:lnTo>
                  <a:pt x="455105" y="561389"/>
                </a:lnTo>
                <a:lnTo>
                  <a:pt x="470907" y="515154"/>
                </a:lnTo>
                <a:lnTo>
                  <a:pt x="485002" y="468154"/>
                </a:lnTo>
                <a:lnTo>
                  <a:pt x="497353" y="420425"/>
                </a:lnTo>
                <a:lnTo>
                  <a:pt x="507923" y="372006"/>
                </a:lnTo>
                <a:lnTo>
                  <a:pt x="516675" y="322931"/>
                </a:lnTo>
                <a:lnTo>
                  <a:pt x="523573" y="273239"/>
                </a:lnTo>
                <a:lnTo>
                  <a:pt x="528580" y="222967"/>
                </a:lnTo>
                <a:lnTo>
                  <a:pt x="767369" y="222967"/>
                </a:lnTo>
                <a:lnTo>
                  <a:pt x="767369" y="824938"/>
                </a:lnTo>
                <a:lnTo>
                  <a:pt x="1021822" y="824938"/>
                </a:lnTo>
                <a:lnTo>
                  <a:pt x="1021822" y="222967"/>
                </a:lnTo>
                <a:lnTo>
                  <a:pt x="1259584" y="222967"/>
                </a:lnTo>
                <a:lnTo>
                  <a:pt x="1264591" y="273239"/>
                </a:lnTo>
                <a:lnTo>
                  <a:pt x="1271490" y="322931"/>
                </a:lnTo>
                <a:lnTo>
                  <a:pt x="1280243" y="372006"/>
                </a:lnTo>
                <a:lnTo>
                  <a:pt x="1290813" y="420425"/>
                </a:lnTo>
                <a:lnTo>
                  <a:pt x="1303165" y="468154"/>
                </a:lnTo>
                <a:lnTo>
                  <a:pt x="1317261" y="515154"/>
                </a:lnTo>
                <a:lnTo>
                  <a:pt x="1333064" y="561389"/>
                </a:lnTo>
                <a:lnTo>
                  <a:pt x="1350538" y="606822"/>
                </a:lnTo>
                <a:lnTo>
                  <a:pt x="1369647" y="651417"/>
                </a:lnTo>
                <a:lnTo>
                  <a:pt x="1390352" y="695137"/>
                </a:lnTo>
                <a:lnTo>
                  <a:pt x="1412618" y="737945"/>
                </a:lnTo>
                <a:lnTo>
                  <a:pt x="1436409" y="779803"/>
                </a:lnTo>
                <a:lnTo>
                  <a:pt x="1461686" y="820676"/>
                </a:lnTo>
                <a:lnTo>
                  <a:pt x="1488414" y="860526"/>
                </a:lnTo>
                <a:lnTo>
                  <a:pt x="1516555" y="899317"/>
                </a:lnTo>
                <a:lnTo>
                  <a:pt x="1546074" y="937012"/>
                </a:lnTo>
                <a:lnTo>
                  <a:pt x="1576933" y="973574"/>
                </a:lnTo>
                <a:lnTo>
                  <a:pt x="1609095" y="1008967"/>
                </a:lnTo>
                <a:lnTo>
                  <a:pt x="1642524" y="1043152"/>
                </a:lnTo>
                <a:lnTo>
                  <a:pt x="1677184" y="1076095"/>
                </a:lnTo>
                <a:lnTo>
                  <a:pt x="1713036" y="1107757"/>
                </a:lnTo>
                <a:lnTo>
                  <a:pt x="1750046" y="1138103"/>
                </a:lnTo>
                <a:lnTo>
                  <a:pt x="1788175" y="1167095"/>
                </a:lnTo>
                <a:lnTo>
                  <a:pt x="1788175" y="737181"/>
                </a:lnTo>
                <a:lnTo>
                  <a:pt x="1771475" y="715805"/>
                </a:lnTo>
                <a:lnTo>
                  <a:pt x="1766040" y="708575"/>
                </a:lnTo>
                <a:lnTo>
                  <a:pt x="1719158" y="656181"/>
                </a:lnTo>
                <a:lnTo>
                  <a:pt x="1697235" y="623963"/>
                </a:lnTo>
                <a:lnTo>
                  <a:pt x="1676429" y="587991"/>
                </a:lnTo>
                <a:lnTo>
                  <a:pt x="1656822" y="548457"/>
                </a:lnTo>
                <a:lnTo>
                  <a:pt x="1638493" y="505558"/>
                </a:lnTo>
                <a:lnTo>
                  <a:pt x="1621523" y="459485"/>
                </a:lnTo>
                <a:lnTo>
                  <a:pt x="1605991" y="410435"/>
                </a:lnTo>
                <a:lnTo>
                  <a:pt x="1591978" y="358600"/>
                </a:lnTo>
                <a:lnTo>
                  <a:pt x="1579564" y="304175"/>
                </a:lnTo>
                <a:lnTo>
                  <a:pt x="1568828" y="247355"/>
                </a:lnTo>
                <a:lnTo>
                  <a:pt x="1559852" y="188333"/>
                </a:lnTo>
                <a:lnTo>
                  <a:pt x="1552714" y="127304"/>
                </a:lnTo>
                <a:lnTo>
                  <a:pt x="1547496" y="64461"/>
                </a:lnTo>
                <a:lnTo>
                  <a:pt x="1544277" y="0"/>
                </a:lnTo>
                <a:close/>
              </a:path>
            </a:pathLst>
          </a:custGeom>
          <a:solidFill>
            <a:srgbClr val="C99C7B">
              <a:alpha val="19999"/>
            </a:srgbClr>
          </a:solidFill>
        </p:spPr>
        <p:txBody>
          <a:bodyPr wrap="square" lIns="0" tIns="0" rIns="0" bIns="0" rtlCol="0"/>
          <a:lstStyle/>
          <a:p>
            <a:endParaRPr/>
          </a:p>
        </p:txBody>
      </p:sp>
      <p:sp>
        <p:nvSpPr>
          <p:cNvPr id="11" name="object 11"/>
          <p:cNvSpPr/>
          <p:nvPr/>
        </p:nvSpPr>
        <p:spPr>
          <a:xfrm>
            <a:off x="17274336" y="175466"/>
            <a:ext cx="1788795" cy="1167130"/>
          </a:xfrm>
          <a:custGeom>
            <a:avLst/>
            <a:gdLst/>
            <a:ahLst/>
            <a:cxnLst/>
            <a:rect l="l" t="t" r="r" b="b"/>
            <a:pathLst>
              <a:path w="1788794" h="1167130">
                <a:moveTo>
                  <a:pt x="1788175" y="0"/>
                </a:moveTo>
                <a:lnTo>
                  <a:pt x="1750046" y="28985"/>
                </a:lnTo>
                <a:lnTo>
                  <a:pt x="1713037" y="59324"/>
                </a:lnTo>
                <a:lnTo>
                  <a:pt x="1677184" y="90981"/>
                </a:lnTo>
                <a:lnTo>
                  <a:pt x="1642524" y="123918"/>
                </a:lnTo>
                <a:lnTo>
                  <a:pt x="1609095" y="158098"/>
                </a:lnTo>
                <a:lnTo>
                  <a:pt x="1576933" y="193486"/>
                </a:lnTo>
                <a:lnTo>
                  <a:pt x="1546075" y="230043"/>
                </a:lnTo>
                <a:lnTo>
                  <a:pt x="1516556" y="267734"/>
                </a:lnTo>
                <a:lnTo>
                  <a:pt x="1488416" y="306522"/>
                </a:lnTo>
                <a:lnTo>
                  <a:pt x="1461688" y="346369"/>
                </a:lnTo>
                <a:lnTo>
                  <a:pt x="1436412" y="387239"/>
                </a:lnTo>
                <a:lnTo>
                  <a:pt x="1412623" y="429095"/>
                </a:lnTo>
                <a:lnTo>
                  <a:pt x="1390358" y="471901"/>
                </a:lnTo>
                <a:lnTo>
                  <a:pt x="1369654" y="515619"/>
                </a:lnTo>
                <a:lnTo>
                  <a:pt x="1350547" y="560212"/>
                </a:lnTo>
                <a:lnTo>
                  <a:pt x="1333075" y="605645"/>
                </a:lnTo>
                <a:lnTo>
                  <a:pt x="1317273" y="651880"/>
                </a:lnTo>
                <a:lnTo>
                  <a:pt x="1303180" y="698881"/>
                </a:lnTo>
                <a:lnTo>
                  <a:pt x="1290831" y="746609"/>
                </a:lnTo>
                <a:lnTo>
                  <a:pt x="1280264" y="795030"/>
                </a:lnTo>
                <a:lnTo>
                  <a:pt x="1271514" y="844106"/>
                </a:lnTo>
                <a:lnTo>
                  <a:pt x="1264619" y="893800"/>
                </a:lnTo>
                <a:lnTo>
                  <a:pt x="1259616" y="944075"/>
                </a:lnTo>
                <a:lnTo>
                  <a:pt x="1020817" y="944075"/>
                </a:lnTo>
                <a:lnTo>
                  <a:pt x="1020817" y="342146"/>
                </a:lnTo>
                <a:lnTo>
                  <a:pt x="766332" y="342146"/>
                </a:lnTo>
                <a:lnTo>
                  <a:pt x="766332" y="944075"/>
                </a:lnTo>
                <a:lnTo>
                  <a:pt x="528580" y="944075"/>
                </a:lnTo>
                <a:lnTo>
                  <a:pt x="523573" y="893800"/>
                </a:lnTo>
                <a:lnTo>
                  <a:pt x="516675" y="844106"/>
                </a:lnTo>
                <a:lnTo>
                  <a:pt x="507923" y="795030"/>
                </a:lnTo>
                <a:lnTo>
                  <a:pt x="497353" y="746609"/>
                </a:lnTo>
                <a:lnTo>
                  <a:pt x="485002" y="698881"/>
                </a:lnTo>
                <a:lnTo>
                  <a:pt x="470907" y="651880"/>
                </a:lnTo>
                <a:lnTo>
                  <a:pt x="455105" y="605645"/>
                </a:lnTo>
                <a:lnTo>
                  <a:pt x="437632" y="560212"/>
                </a:lnTo>
                <a:lnTo>
                  <a:pt x="418524" y="515619"/>
                </a:lnTo>
                <a:lnTo>
                  <a:pt x="397820" y="471901"/>
                </a:lnTo>
                <a:lnTo>
                  <a:pt x="375555" y="429095"/>
                </a:lnTo>
                <a:lnTo>
                  <a:pt x="351766" y="387239"/>
                </a:lnTo>
                <a:lnTo>
                  <a:pt x="326489" y="346369"/>
                </a:lnTo>
                <a:lnTo>
                  <a:pt x="299762" y="306522"/>
                </a:lnTo>
                <a:lnTo>
                  <a:pt x="271621" y="267734"/>
                </a:lnTo>
                <a:lnTo>
                  <a:pt x="242103" y="230043"/>
                </a:lnTo>
                <a:lnTo>
                  <a:pt x="211245" y="193486"/>
                </a:lnTo>
                <a:lnTo>
                  <a:pt x="179083" y="158098"/>
                </a:lnTo>
                <a:lnTo>
                  <a:pt x="145654" y="123918"/>
                </a:lnTo>
                <a:lnTo>
                  <a:pt x="110994" y="90981"/>
                </a:lnTo>
                <a:lnTo>
                  <a:pt x="75140" y="59324"/>
                </a:lnTo>
                <a:lnTo>
                  <a:pt x="38130" y="28985"/>
                </a:lnTo>
                <a:lnTo>
                  <a:pt x="0" y="0"/>
                </a:lnTo>
                <a:lnTo>
                  <a:pt x="0" y="429892"/>
                </a:lnTo>
                <a:lnTo>
                  <a:pt x="22135" y="458457"/>
                </a:lnTo>
                <a:lnTo>
                  <a:pt x="46060" y="482596"/>
                </a:lnTo>
                <a:lnTo>
                  <a:pt x="69026" y="510876"/>
                </a:lnTo>
                <a:lnTo>
                  <a:pt x="90952" y="543104"/>
                </a:lnTo>
                <a:lnTo>
                  <a:pt x="111760" y="579086"/>
                </a:lnTo>
                <a:lnTo>
                  <a:pt x="131368" y="618626"/>
                </a:lnTo>
                <a:lnTo>
                  <a:pt x="149697" y="661530"/>
                </a:lnTo>
                <a:lnTo>
                  <a:pt x="166668" y="707606"/>
                </a:lnTo>
                <a:lnTo>
                  <a:pt x="182200" y="756657"/>
                </a:lnTo>
                <a:lnTo>
                  <a:pt x="196213" y="808491"/>
                </a:lnTo>
                <a:lnTo>
                  <a:pt x="208628" y="862913"/>
                </a:lnTo>
                <a:lnTo>
                  <a:pt x="219364" y="919728"/>
                </a:lnTo>
                <a:lnTo>
                  <a:pt x="228342" y="978743"/>
                </a:lnTo>
                <a:lnTo>
                  <a:pt x="235483" y="1039763"/>
                </a:lnTo>
                <a:lnTo>
                  <a:pt x="240705" y="1102594"/>
                </a:lnTo>
                <a:lnTo>
                  <a:pt x="243929" y="1167042"/>
                </a:lnTo>
                <a:lnTo>
                  <a:pt x="1551031" y="1167042"/>
                </a:lnTo>
                <a:lnTo>
                  <a:pt x="1554233" y="1102871"/>
                </a:lnTo>
                <a:lnTo>
                  <a:pt x="1559417" y="1040304"/>
                </a:lnTo>
                <a:lnTo>
                  <a:pt x="1566502" y="979533"/>
                </a:lnTo>
                <a:lnTo>
                  <a:pt x="1575411" y="920748"/>
                </a:lnTo>
                <a:lnTo>
                  <a:pt x="1586064" y="864142"/>
                </a:lnTo>
                <a:lnTo>
                  <a:pt x="1598383" y="809906"/>
                </a:lnTo>
                <a:lnTo>
                  <a:pt x="1612288" y="758230"/>
                </a:lnTo>
                <a:lnTo>
                  <a:pt x="1627701" y="709308"/>
                </a:lnTo>
                <a:lnTo>
                  <a:pt x="1644542" y="663329"/>
                </a:lnTo>
                <a:lnTo>
                  <a:pt x="1662732" y="620485"/>
                </a:lnTo>
                <a:lnTo>
                  <a:pt x="1682194" y="580967"/>
                </a:lnTo>
                <a:lnTo>
                  <a:pt x="1702847" y="544968"/>
                </a:lnTo>
                <a:lnTo>
                  <a:pt x="1724613" y="512678"/>
                </a:lnTo>
                <a:lnTo>
                  <a:pt x="1747412" y="484288"/>
                </a:lnTo>
                <a:lnTo>
                  <a:pt x="1757270" y="470444"/>
                </a:lnTo>
                <a:lnTo>
                  <a:pt x="1767334" y="456745"/>
                </a:lnTo>
                <a:lnTo>
                  <a:pt x="1777629" y="443218"/>
                </a:lnTo>
                <a:lnTo>
                  <a:pt x="1788175" y="429892"/>
                </a:lnTo>
                <a:lnTo>
                  <a:pt x="1788175" y="0"/>
                </a:lnTo>
                <a:close/>
              </a:path>
            </a:pathLst>
          </a:custGeom>
          <a:solidFill>
            <a:srgbClr val="C99C7B">
              <a:alpha val="19999"/>
            </a:srgbClr>
          </a:solidFill>
        </p:spPr>
        <p:txBody>
          <a:bodyPr wrap="square" lIns="0" tIns="0" rIns="0" bIns="0" rtlCol="0"/>
          <a:lstStyle/>
          <a:p>
            <a:endParaRPr/>
          </a:p>
        </p:txBody>
      </p:sp>
      <p:sp>
        <p:nvSpPr>
          <p:cNvPr id="12" name="object 24">
            <a:extLst>
              <a:ext uri="{FF2B5EF4-FFF2-40B4-BE49-F238E27FC236}">
                <a16:creationId xmlns:a16="http://schemas.microsoft.com/office/drawing/2014/main" id="{227481E2-A4E6-FB44-6716-2E6E0AE63E93}"/>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13" name="Espaço Reservado para Número de Slide 12">
            <a:extLst>
              <a:ext uri="{FF2B5EF4-FFF2-40B4-BE49-F238E27FC236}">
                <a16:creationId xmlns:a16="http://schemas.microsoft.com/office/drawing/2014/main" id="{8D0343DE-50B9-414A-9637-8BEEF04EE0E3}"/>
              </a:ext>
            </a:extLst>
          </p:cNvPr>
          <p:cNvSpPr>
            <a:spLocks noGrp="1"/>
          </p:cNvSpPr>
          <p:nvPr>
            <p:ph type="sldNum" sz="quarter" idx="7"/>
          </p:nvPr>
        </p:nvSpPr>
        <p:spPr>
          <a:xfrm>
            <a:off x="14992350" y="10988675"/>
            <a:ext cx="4623943" cy="565467"/>
          </a:xfrm>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17</a:t>
            </a:fld>
            <a:endParaRPr lang="en-US" sz="1400" dirty="0">
              <a:solidFill>
                <a:schemeClr val="bg1"/>
              </a:solidFill>
              <a:latin typeface="Futura Lt BT" panose="020B0402020204020303"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20104100" cy="11308715"/>
            <a:chOff x="0" y="0"/>
            <a:chExt cx="20104100" cy="11308715"/>
          </a:xfrm>
        </p:grpSpPr>
        <p:sp>
          <p:nvSpPr>
            <p:cNvPr id="3" name="object 3"/>
            <p:cNvSpPr/>
            <p:nvPr/>
          </p:nvSpPr>
          <p:spPr>
            <a:xfrm>
              <a:off x="0" y="5727574"/>
              <a:ext cx="20104100" cy="5581015"/>
            </a:xfrm>
            <a:custGeom>
              <a:avLst/>
              <a:gdLst/>
              <a:ahLst/>
              <a:cxnLst/>
              <a:rect l="l" t="t" r="r" b="b"/>
              <a:pathLst>
                <a:path w="20104100" h="5581015">
                  <a:moveTo>
                    <a:pt x="20104099" y="0"/>
                  </a:moveTo>
                  <a:lnTo>
                    <a:pt x="0" y="0"/>
                  </a:lnTo>
                  <a:lnTo>
                    <a:pt x="0" y="5580981"/>
                  </a:lnTo>
                  <a:lnTo>
                    <a:pt x="20104099" y="5580981"/>
                  </a:lnTo>
                  <a:lnTo>
                    <a:pt x="20104099" y="0"/>
                  </a:lnTo>
                  <a:close/>
                </a:path>
              </a:pathLst>
            </a:custGeom>
            <a:solidFill>
              <a:srgbClr val="000000"/>
            </a:solidFill>
          </p:spPr>
          <p:txBody>
            <a:bodyPr wrap="square" lIns="0" tIns="0" rIns="0" bIns="0" rtlCol="0"/>
            <a:lstStyle/>
            <a:p>
              <a:endParaRPr/>
            </a:p>
          </p:txBody>
        </p:sp>
        <p:sp>
          <p:nvSpPr>
            <p:cNvPr id="4" name="object 4"/>
            <p:cNvSpPr/>
            <p:nvPr/>
          </p:nvSpPr>
          <p:spPr>
            <a:xfrm>
              <a:off x="20009862" y="6146409"/>
              <a:ext cx="94615" cy="5162550"/>
            </a:xfrm>
            <a:custGeom>
              <a:avLst/>
              <a:gdLst/>
              <a:ahLst/>
              <a:cxnLst/>
              <a:rect l="l" t="t" r="r" b="b"/>
              <a:pathLst>
                <a:path w="94615" h="5162550">
                  <a:moveTo>
                    <a:pt x="94237" y="0"/>
                  </a:moveTo>
                  <a:lnTo>
                    <a:pt x="0" y="0"/>
                  </a:lnTo>
                  <a:lnTo>
                    <a:pt x="0" y="5162146"/>
                  </a:lnTo>
                  <a:lnTo>
                    <a:pt x="94237" y="5162146"/>
                  </a:lnTo>
                  <a:lnTo>
                    <a:pt x="94237" y="0"/>
                  </a:lnTo>
                  <a:close/>
                </a:path>
              </a:pathLst>
            </a:custGeom>
            <a:solidFill>
              <a:srgbClr val="006969"/>
            </a:solidFill>
          </p:spPr>
          <p:txBody>
            <a:bodyPr wrap="square" lIns="0" tIns="0" rIns="0" bIns="0" rtlCol="0"/>
            <a:lstStyle/>
            <a:p>
              <a:endParaRPr/>
            </a:p>
          </p:txBody>
        </p:sp>
        <p:sp>
          <p:nvSpPr>
            <p:cNvPr id="5" name="object 5"/>
            <p:cNvSpPr/>
            <p:nvPr/>
          </p:nvSpPr>
          <p:spPr>
            <a:xfrm>
              <a:off x="19748089" y="7099260"/>
              <a:ext cx="94615" cy="3612515"/>
            </a:xfrm>
            <a:custGeom>
              <a:avLst/>
              <a:gdLst/>
              <a:ahLst/>
              <a:cxnLst/>
              <a:rect l="l" t="t" r="r" b="b"/>
              <a:pathLst>
                <a:path w="94615" h="3612515">
                  <a:moveTo>
                    <a:pt x="94237" y="0"/>
                  </a:moveTo>
                  <a:lnTo>
                    <a:pt x="0" y="0"/>
                  </a:lnTo>
                  <a:lnTo>
                    <a:pt x="0" y="3612455"/>
                  </a:lnTo>
                  <a:lnTo>
                    <a:pt x="94237" y="3612455"/>
                  </a:lnTo>
                  <a:lnTo>
                    <a:pt x="94237" y="0"/>
                  </a:lnTo>
                  <a:close/>
                </a:path>
              </a:pathLst>
            </a:custGeom>
            <a:solidFill>
              <a:srgbClr val="C69A78">
                <a:alpha val="89999"/>
              </a:srgbClr>
            </a:solidFill>
          </p:spPr>
          <p:txBody>
            <a:bodyPr wrap="square" lIns="0" tIns="0" rIns="0" bIns="0" rtlCol="0"/>
            <a:lstStyle/>
            <a:p>
              <a:endParaRPr/>
            </a:p>
          </p:txBody>
        </p:sp>
        <p:pic>
          <p:nvPicPr>
            <p:cNvPr id="6" name="object 6"/>
            <p:cNvPicPr/>
            <p:nvPr/>
          </p:nvPicPr>
          <p:blipFill>
            <a:blip r:embed="rId2" cstate="print"/>
            <a:stretch>
              <a:fillRect/>
            </a:stretch>
          </p:blipFill>
          <p:spPr>
            <a:xfrm>
              <a:off x="0" y="0"/>
              <a:ext cx="20104099" cy="5730799"/>
            </a:xfrm>
            <a:prstGeom prst="rect">
              <a:avLst/>
            </a:prstGeom>
          </p:spPr>
        </p:pic>
        <p:sp>
          <p:nvSpPr>
            <p:cNvPr id="7" name="object 7"/>
            <p:cNvSpPr/>
            <p:nvPr/>
          </p:nvSpPr>
          <p:spPr>
            <a:xfrm>
              <a:off x="0" y="0"/>
              <a:ext cx="20104100" cy="5970905"/>
            </a:xfrm>
            <a:custGeom>
              <a:avLst/>
              <a:gdLst/>
              <a:ahLst/>
              <a:cxnLst/>
              <a:rect l="l" t="t" r="r" b="b"/>
              <a:pathLst>
                <a:path w="20104100" h="5970905">
                  <a:moveTo>
                    <a:pt x="0" y="0"/>
                  </a:moveTo>
                  <a:lnTo>
                    <a:pt x="20104099" y="0"/>
                  </a:lnTo>
                  <a:lnTo>
                    <a:pt x="20104099" y="5970446"/>
                  </a:lnTo>
                  <a:lnTo>
                    <a:pt x="0" y="5970446"/>
                  </a:lnTo>
                  <a:lnTo>
                    <a:pt x="0" y="0"/>
                  </a:lnTo>
                  <a:close/>
                </a:path>
              </a:pathLst>
            </a:custGeom>
            <a:solidFill>
              <a:srgbClr val="060505">
                <a:alpha val="79998"/>
              </a:srgbClr>
            </a:solidFill>
          </p:spPr>
          <p:txBody>
            <a:bodyPr wrap="square" lIns="0" tIns="0" rIns="0" bIns="0" rtlCol="0"/>
            <a:lstStyle/>
            <a:p>
              <a:endParaRPr/>
            </a:p>
          </p:txBody>
        </p:sp>
        <p:sp>
          <p:nvSpPr>
            <p:cNvPr id="8" name="object 8"/>
            <p:cNvSpPr/>
            <p:nvPr/>
          </p:nvSpPr>
          <p:spPr>
            <a:xfrm>
              <a:off x="11190371" y="1894759"/>
              <a:ext cx="8914130" cy="1550035"/>
            </a:xfrm>
            <a:custGeom>
              <a:avLst/>
              <a:gdLst/>
              <a:ahLst/>
              <a:cxnLst/>
              <a:rect l="l" t="t" r="r" b="b"/>
              <a:pathLst>
                <a:path w="8914130" h="1550035">
                  <a:moveTo>
                    <a:pt x="0" y="1549690"/>
                  </a:moveTo>
                  <a:lnTo>
                    <a:pt x="8913728" y="1549690"/>
                  </a:lnTo>
                  <a:lnTo>
                    <a:pt x="8913728" y="0"/>
                  </a:lnTo>
                  <a:lnTo>
                    <a:pt x="0" y="0"/>
                  </a:lnTo>
                  <a:lnTo>
                    <a:pt x="0" y="1549690"/>
                  </a:lnTo>
                  <a:close/>
                </a:path>
              </a:pathLst>
            </a:custGeom>
            <a:solidFill>
              <a:srgbClr val="090706">
                <a:alpha val="64999"/>
              </a:srgbClr>
            </a:solidFill>
          </p:spPr>
          <p:txBody>
            <a:bodyPr wrap="square" lIns="0" tIns="0" rIns="0" bIns="0" rtlCol="0"/>
            <a:lstStyle/>
            <a:p>
              <a:endParaRPr/>
            </a:p>
          </p:txBody>
        </p:sp>
      </p:grpSp>
      <p:sp>
        <p:nvSpPr>
          <p:cNvPr id="9" name="object 9"/>
          <p:cNvSpPr txBox="1">
            <a:spLocks noGrp="1"/>
          </p:cNvSpPr>
          <p:nvPr>
            <p:ph type="title"/>
          </p:nvPr>
        </p:nvSpPr>
        <p:spPr>
          <a:xfrm>
            <a:off x="12140992" y="2159579"/>
            <a:ext cx="3626057" cy="837409"/>
          </a:xfrm>
          <a:prstGeom prst="rect">
            <a:avLst/>
          </a:prstGeom>
        </p:spPr>
        <p:txBody>
          <a:bodyPr vert="horz" wrap="square" lIns="0" tIns="13970" rIns="0" bIns="0" rtlCol="0">
            <a:spAutoFit/>
          </a:bodyPr>
          <a:lstStyle/>
          <a:p>
            <a:pPr marL="12700">
              <a:lnSpc>
                <a:spcPct val="100000"/>
              </a:lnSpc>
              <a:spcBef>
                <a:spcPts val="110"/>
              </a:spcBef>
            </a:pPr>
            <a:r>
              <a:rPr sz="5350" spc="-10" dirty="0">
                <a:solidFill>
                  <a:srgbClr val="F3FFCC"/>
                </a:solidFill>
                <a:latin typeface="Futura Lt BT Light"/>
              </a:rPr>
              <a:t>EQUIPE</a:t>
            </a:r>
            <a:endParaRPr sz="5350" dirty="0">
              <a:latin typeface="Futura Lt BT Light"/>
            </a:endParaRPr>
          </a:p>
        </p:txBody>
      </p:sp>
      <p:grpSp>
        <p:nvGrpSpPr>
          <p:cNvPr id="10" name="object 10"/>
          <p:cNvGrpSpPr/>
          <p:nvPr/>
        </p:nvGrpSpPr>
        <p:grpSpPr>
          <a:xfrm>
            <a:off x="11756636" y="2302076"/>
            <a:ext cx="7552055" cy="7331709"/>
            <a:chOff x="11756636" y="2302076"/>
            <a:chExt cx="7552055" cy="7331709"/>
          </a:xfrm>
        </p:grpSpPr>
        <p:sp>
          <p:nvSpPr>
            <p:cNvPr id="11" name="object 11"/>
            <p:cNvSpPr/>
            <p:nvPr/>
          </p:nvSpPr>
          <p:spPr>
            <a:xfrm>
              <a:off x="11756636" y="2302076"/>
              <a:ext cx="41910" cy="764540"/>
            </a:xfrm>
            <a:custGeom>
              <a:avLst/>
              <a:gdLst/>
              <a:ahLst/>
              <a:cxnLst/>
              <a:rect l="l" t="t" r="r" b="b"/>
              <a:pathLst>
                <a:path w="41909" h="764539">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12" name="object 12"/>
            <p:cNvSpPr/>
            <p:nvPr/>
          </p:nvSpPr>
          <p:spPr>
            <a:xfrm>
              <a:off x="17851984" y="7601806"/>
              <a:ext cx="1456690" cy="2032000"/>
            </a:xfrm>
            <a:custGeom>
              <a:avLst/>
              <a:gdLst/>
              <a:ahLst/>
              <a:cxnLst/>
              <a:rect l="l" t="t" r="r" b="b"/>
              <a:pathLst>
                <a:path w="1456690" h="2032000">
                  <a:moveTo>
                    <a:pt x="1456321" y="1681518"/>
                  </a:moveTo>
                  <a:lnTo>
                    <a:pt x="1438287" y="1658213"/>
                  </a:lnTo>
                  <a:lnTo>
                    <a:pt x="1414056" y="1633118"/>
                  </a:lnTo>
                  <a:lnTo>
                    <a:pt x="1391069" y="1602816"/>
                  </a:lnTo>
                  <a:lnTo>
                    <a:pt x="1369453" y="1567611"/>
                  </a:lnTo>
                  <a:lnTo>
                    <a:pt x="1349336" y="1527810"/>
                  </a:lnTo>
                  <a:lnTo>
                    <a:pt x="1330858" y="1483728"/>
                  </a:lnTo>
                  <a:lnTo>
                    <a:pt x="1314119" y="1435671"/>
                  </a:lnTo>
                  <a:lnTo>
                    <a:pt x="1299260" y="1383944"/>
                  </a:lnTo>
                  <a:lnTo>
                    <a:pt x="1286421" y="1328864"/>
                  </a:lnTo>
                  <a:lnTo>
                    <a:pt x="1275715" y="1270736"/>
                  </a:lnTo>
                  <a:lnTo>
                    <a:pt x="1267269" y="1209865"/>
                  </a:lnTo>
                  <a:lnTo>
                    <a:pt x="1261211" y="1146568"/>
                  </a:lnTo>
                  <a:lnTo>
                    <a:pt x="1257681" y="1081138"/>
                  </a:lnTo>
                  <a:lnTo>
                    <a:pt x="193167" y="1081138"/>
                  </a:lnTo>
                  <a:lnTo>
                    <a:pt x="189966" y="1141996"/>
                  </a:lnTo>
                  <a:lnTo>
                    <a:pt x="184581" y="1201039"/>
                  </a:lnTo>
                  <a:lnTo>
                    <a:pt x="177114" y="1258023"/>
                  </a:lnTo>
                  <a:lnTo>
                    <a:pt x="167665" y="1312684"/>
                  </a:lnTo>
                  <a:lnTo>
                    <a:pt x="156349" y="1364805"/>
                  </a:lnTo>
                  <a:lnTo>
                    <a:pt x="143268" y="1414106"/>
                  </a:lnTo>
                  <a:lnTo>
                    <a:pt x="128498" y="1460360"/>
                  </a:lnTo>
                  <a:lnTo>
                    <a:pt x="112179" y="1503311"/>
                  </a:lnTo>
                  <a:lnTo>
                    <a:pt x="94386" y="1542719"/>
                  </a:lnTo>
                  <a:lnTo>
                    <a:pt x="75222" y="1578343"/>
                  </a:lnTo>
                  <a:lnTo>
                    <a:pt x="33235" y="1637195"/>
                  </a:lnTo>
                  <a:lnTo>
                    <a:pt x="16992" y="1659648"/>
                  </a:lnTo>
                  <a:lnTo>
                    <a:pt x="8597" y="1670659"/>
                  </a:lnTo>
                  <a:lnTo>
                    <a:pt x="0" y="1681518"/>
                  </a:lnTo>
                  <a:lnTo>
                    <a:pt x="0" y="2031644"/>
                  </a:lnTo>
                  <a:lnTo>
                    <a:pt x="39522" y="2001266"/>
                  </a:lnTo>
                  <a:lnTo>
                    <a:pt x="77546" y="1969122"/>
                  </a:lnTo>
                  <a:lnTo>
                    <a:pt x="113995" y="1935238"/>
                  </a:lnTo>
                  <a:lnTo>
                    <a:pt x="148818" y="1899704"/>
                  </a:lnTo>
                  <a:lnTo>
                    <a:pt x="181952" y="1862569"/>
                  </a:lnTo>
                  <a:lnTo>
                    <a:pt x="213334" y="1823897"/>
                  </a:lnTo>
                  <a:lnTo>
                    <a:pt x="242900" y="1783740"/>
                  </a:lnTo>
                  <a:lnTo>
                    <a:pt x="270586" y="1742186"/>
                  </a:lnTo>
                  <a:lnTo>
                    <a:pt x="296329" y="1699272"/>
                  </a:lnTo>
                  <a:lnTo>
                    <a:pt x="320078" y="1655089"/>
                  </a:lnTo>
                  <a:lnTo>
                    <a:pt x="341757" y="1609661"/>
                  </a:lnTo>
                  <a:lnTo>
                    <a:pt x="361315" y="1563090"/>
                  </a:lnTo>
                  <a:lnTo>
                    <a:pt x="378675" y="1515414"/>
                  </a:lnTo>
                  <a:lnTo>
                    <a:pt x="393788" y="1466697"/>
                  </a:lnTo>
                  <a:lnTo>
                    <a:pt x="406590" y="1417015"/>
                  </a:lnTo>
                  <a:lnTo>
                    <a:pt x="417017" y="1366405"/>
                  </a:lnTo>
                  <a:lnTo>
                    <a:pt x="425005" y="1314958"/>
                  </a:lnTo>
                  <a:lnTo>
                    <a:pt x="430479" y="1262735"/>
                  </a:lnTo>
                  <a:lnTo>
                    <a:pt x="624954" y="1262735"/>
                  </a:lnTo>
                  <a:lnTo>
                    <a:pt x="624954" y="1752993"/>
                  </a:lnTo>
                  <a:lnTo>
                    <a:pt x="832205" y="1752993"/>
                  </a:lnTo>
                  <a:lnTo>
                    <a:pt x="832205" y="1262735"/>
                  </a:lnTo>
                  <a:lnTo>
                    <a:pt x="1025829" y="1262735"/>
                  </a:lnTo>
                  <a:lnTo>
                    <a:pt x="1031316" y="1314958"/>
                  </a:lnTo>
                  <a:lnTo>
                    <a:pt x="1039304" y="1366405"/>
                  </a:lnTo>
                  <a:lnTo>
                    <a:pt x="1049731" y="1417015"/>
                  </a:lnTo>
                  <a:lnTo>
                    <a:pt x="1062532" y="1466697"/>
                  </a:lnTo>
                  <a:lnTo>
                    <a:pt x="1077645" y="1515414"/>
                  </a:lnTo>
                  <a:lnTo>
                    <a:pt x="1095006" y="1563090"/>
                  </a:lnTo>
                  <a:lnTo>
                    <a:pt x="1114564" y="1609661"/>
                  </a:lnTo>
                  <a:lnTo>
                    <a:pt x="1136243" y="1655089"/>
                  </a:lnTo>
                  <a:lnTo>
                    <a:pt x="1159992" y="1699272"/>
                  </a:lnTo>
                  <a:lnTo>
                    <a:pt x="1185748" y="1742186"/>
                  </a:lnTo>
                  <a:lnTo>
                    <a:pt x="1213434" y="1783740"/>
                  </a:lnTo>
                  <a:lnTo>
                    <a:pt x="1242999" y="1823897"/>
                  </a:lnTo>
                  <a:lnTo>
                    <a:pt x="1274381" y="1862569"/>
                  </a:lnTo>
                  <a:lnTo>
                    <a:pt x="1307515" y="1899704"/>
                  </a:lnTo>
                  <a:lnTo>
                    <a:pt x="1342339" y="1935238"/>
                  </a:lnTo>
                  <a:lnTo>
                    <a:pt x="1378788" y="1969122"/>
                  </a:lnTo>
                  <a:lnTo>
                    <a:pt x="1416799" y="2001266"/>
                  </a:lnTo>
                  <a:lnTo>
                    <a:pt x="1456321" y="2031644"/>
                  </a:lnTo>
                  <a:lnTo>
                    <a:pt x="1456321" y="1681518"/>
                  </a:lnTo>
                  <a:close/>
                </a:path>
                <a:path w="1456690" h="2032000">
                  <a:moveTo>
                    <a:pt x="1456321" y="0"/>
                  </a:moveTo>
                  <a:lnTo>
                    <a:pt x="1416812" y="30353"/>
                  </a:lnTo>
                  <a:lnTo>
                    <a:pt x="1378788" y="62509"/>
                  </a:lnTo>
                  <a:lnTo>
                    <a:pt x="1342339" y="96380"/>
                  </a:lnTo>
                  <a:lnTo>
                    <a:pt x="1307515" y="131914"/>
                  </a:lnTo>
                  <a:lnTo>
                    <a:pt x="1274381" y="169049"/>
                  </a:lnTo>
                  <a:lnTo>
                    <a:pt x="1242999" y="207708"/>
                  </a:lnTo>
                  <a:lnTo>
                    <a:pt x="1213434" y="247853"/>
                  </a:lnTo>
                  <a:lnTo>
                    <a:pt x="1185748" y="289407"/>
                  </a:lnTo>
                  <a:lnTo>
                    <a:pt x="1160005" y="332320"/>
                  </a:lnTo>
                  <a:lnTo>
                    <a:pt x="1136256" y="376516"/>
                  </a:lnTo>
                  <a:lnTo>
                    <a:pt x="1114577" y="421932"/>
                  </a:lnTo>
                  <a:lnTo>
                    <a:pt x="1095019" y="468503"/>
                  </a:lnTo>
                  <a:lnTo>
                    <a:pt x="1077658" y="516178"/>
                  </a:lnTo>
                  <a:lnTo>
                    <a:pt x="1062545" y="564896"/>
                  </a:lnTo>
                  <a:lnTo>
                    <a:pt x="1049743" y="614578"/>
                  </a:lnTo>
                  <a:lnTo>
                    <a:pt x="1039317" y="665187"/>
                  </a:lnTo>
                  <a:lnTo>
                    <a:pt x="1031341" y="716635"/>
                  </a:lnTo>
                  <a:lnTo>
                    <a:pt x="1025855" y="768870"/>
                  </a:lnTo>
                  <a:lnTo>
                    <a:pt x="831367" y="768870"/>
                  </a:lnTo>
                  <a:lnTo>
                    <a:pt x="831367" y="278650"/>
                  </a:lnTo>
                  <a:lnTo>
                    <a:pt x="624116" y="278650"/>
                  </a:lnTo>
                  <a:lnTo>
                    <a:pt x="624116" y="768870"/>
                  </a:lnTo>
                  <a:lnTo>
                    <a:pt x="430491" y="768870"/>
                  </a:lnTo>
                  <a:lnTo>
                    <a:pt x="425005" y="716635"/>
                  </a:lnTo>
                  <a:lnTo>
                    <a:pt x="417017" y="665187"/>
                  </a:lnTo>
                  <a:lnTo>
                    <a:pt x="406590" y="614578"/>
                  </a:lnTo>
                  <a:lnTo>
                    <a:pt x="393801" y="564896"/>
                  </a:lnTo>
                  <a:lnTo>
                    <a:pt x="378675" y="516178"/>
                  </a:lnTo>
                  <a:lnTo>
                    <a:pt x="361315" y="468503"/>
                  </a:lnTo>
                  <a:lnTo>
                    <a:pt x="341757" y="421932"/>
                  </a:lnTo>
                  <a:lnTo>
                    <a:pt x="320078" y="376516"/>
                  </a:lnTo>
                  <a:lnTo>
                    <a:pt x="296329" y="332320"/>
                  </a:lnTo>
                  <a:lnTo>
                    <a:pt x="270586" y="289407"/>
                  </a:lnTo>
                  <a:lnTo>
                    <a:pt x="242900" y="247853"/>
                  </a:lnTo>
                  <a:lnTo>
                    <a:pt x="213334" y="207708"/>
                  </a:lnTo>
                  <a:lnTo>
                    <a:pt x="181952" y="169049"/>
                  </a:lnTo>
                  <a:lnTo>
                    <a:pt x="148818" y="131914"/>
                  </a:lnTo>
                  <a:lnTo>
                    <a:pt x="113995" y="96380"/>
                  </a:lnTo>
                  <a:lnTo>
                    <a:pt x="77546" y="62509"/>
                  </a:lnTo>
                  <a:lnTo>
                    <a:pt x="39535" y="30353"/>
                  </a:lnTo>
                  <a:lnTo>
                    <a:pt x="12" y="0"/>
                  </a:lnTo>
                  <a:lnTo>
                    <a:pt x="12" y="350100"/>
                  </a:lnTo>
                  <a:lnTo>
                    <a:pt x="18034" y="373367"/>
                  </a:lnTo>
                  <a:lnTo>
                    <a:pt x="42278" y="398475"/>
                  </a:lnTo>
                  <a:lnTo>
                    <a:pt x="65265" y="428790"/>
                  </a:lnTo>
                  <a:lnTo>
                    <a:pt x="86880" y="464007"/>
                  </a:lnTo>
                  <a:lnTo>
                    <a:pt x="106997" y="503821"/>
                  </a:lnTo>
                  <a:lnTo>
                    <a:pt x="125488" y="547903"/>
                  </a:lnTo>
                  <a:lnTo>
                    <a:pt x="142227" y="595960"/>
                  </a:lnTo>
                  <a:lnTo>
                    <a:pt x="157073" y="647687"/>
                  </a:lnTo>
                  <a:lnTo>
                    <a:pt x="169913" y="702767"/>
                  </a:lnTo>
                  <a:lnTo>
                    <a:pt x="180632" y="760895"/>
                  </a:lnTo>
                  <a:lnTo>
                    <a:pt x="189077" y="821753"/>
                  </a:lnTo>
                  <a:lnTo>
                    <a:pt x="195122" y="885037"/>
                  </a:lnTo>
                  <a:lnTo>
                    <a:pt x="198666" y="950455"/>
                  </a:lnTo>
                  <a:lnTo>
                    <a:pt x="1263192" y="950455"/>
                  </a:lnTo>
                  <a:lnTo>
                    <a:pt x="1266393" y="889596"/>
                  </a:lnTo>
                  <a:lnTo>
                    <a:pt x="1271778" y="830567"/>
                  </a:lnTo>
                  <a:lnTo>
                    <a:pt x="1279232" y="773595"/>
                  </a:lnTo>
                  <a:lnTo>
                    <a:pt x="1288669" y="718921"/>
                  </a:lnTo>
                  <a:lnTo>
                    <a:pt x="1299984" y="666813"/>
                  </a:lnTo>
                  <a:lnTo>
                    <a:pt x="1313078" y="617512"/>
                  </a:lnTo>
                  <a:lnTo>
                    <a:pt x="1327835" y="571258"/>
                  </a:lnTo>
                  <a:lnTo>
                    <a:pt x="1344155" y="528294"/>
                  </a:lnTo>
                  <a:lnTo>
                    <a:pt x="1361948" y="488886"/>
                  </a:lnTo>
                  <a:lnTo>
                    <a:pt x="1381112" y="453275"/>
                  </a:lnTo>
                  <a:lnTo>
                    <a:pt x="1423111" y="394411"/>
                  </a:lnTo>
                  <a:lnTo>
                    <a:pt x="1439341" y="371970"/>
                  </a:lnTo>
                  <a:lnTo>
                    <a:pt x="1447736" y="360959"/>
                  </a:lnTo>
                  <a:lnTo>
                    <a:pt x="1456321" y="350100"/>
                  </a:lnTo>
                  <a:lnTo>
                    <a:pt x="1456321" y="0"/>
                  </a:lnTo>
                  <a:close/>
                </a:path>
              </a:pathLst>
            </a:custGeom>
            <a:solidFill>
              <a:srgbClr val="C99C7B">
                <a:alpha val="19999"/>
              </a:srgbClr>
            </a:solidFill>
          </p:spPr>
          <p:txBody>
            <a:bodyPr wrap="square" lIns="0" tIns="0" rIns="0" bIns="0" rtlCol="0"/>
            <a:lstStyle/>
            <a:p>
              <a:endParaRPr/>
            </a:p>
          </p:txBody>
        </p:sp>
      </p:grpSp>
      <p:sp>
        <p:nvSpPr>
          <p:cNvPr id="13" name="object 13"/>
          <p:cNvSpPr txBox="1"/>
          <p:nvPr/>
        </p:nvSpPr>
        <p:spPr>
          <a:xfrm>
            <a:off x="427495" y="6872526"/>
            <a:ext cx="16634955" cy="2854884"/>
          </a:xfrm>
          <a:prstGeom prst="rect">
            <a:avLst/>
          </a:prstGeom>
        </p:spPr>
        <p:txBody>
          <a:bodyPr vert="horz" wrap="square" lIns="0" tIns="12065" rIns="0" bIns="0" rtlCol="0">
            <a:spAutoFit/>
          </a:bodyPr>
          <a:lstStyle/>
          <a:p>
            <a:pPr marL="13335" marR="22225" algn="just">
              <a:lnSpc>
                <a:spcPct val="134600"/>
              </a:lnSpc>
              <a:spcBef>
                <a:spcPts val="95"/>
              </a:spcBef>
            </a:pPr>
            <a:r>
              <a:rPr lang="pt-BR" sz="2800" dirty="0">
                <a:solidFill>
                  <a:schemeClr val="bg1"/>
                </a:solidFill>
                <a:latin typeface="Futura Lt BT Light"/>
                <a:ea typeface="Calibri" panose="020F0502020204030204" pitchFamily="34" charset="0"/>
              </a:rPr>
              <a:t>No âmbito desta proposta, a equipe envolvida no projeto será composta por sócios/diretores com características e qualificações complementares. Essa mesma equipe já participou de diversas operações de reestruturação societária e </a:t>
            </a:r>
            <a:r>
              <a:rPr lang="pt-BR" sz="2800" dirty="0" err="1">
                <a:solidFill>
                  <a:schemeClr val="bg1"/>
                </a:solidFill>
                <a:latin typeface="Futura Lt BT Light"/>
                <a:ea typeface="Calibri" panose="020F0502020204030204" pitchFamily="34" charset="0"/>
              </a:rPr>
              <a:t>M&amp;A’s</a:t>
            </a:r>
            <a:r>
              <a:rPr lang="pt-BR" sz="2800" dirty="0">
                <a:solidFill>
                  <a:schemeClr val="bg1"/>
                </a:solidFill>
                <a:latin typeface="Futura Lt BT Light"/>
                <a:ea typeface="Calibri" panose="020F0502020204030204" pitchFamily="34" charset="0"/>
              </a:rPr>
              <a:t> assessorados pela Meden Consultoria, além de diversas avaliações de empresas e ativos sendo, portanto, qualificada para assessorar a Contratante nos diferentes desafios e análises da presente demanda.</a:t>
            </a:r>
          </a:p>
        </p:txBody>
      </p:sp>
      <p:sp>
        <p:nvSpPr>
          <p:cNvPr id="15" name="Espaço Reservado para Número de Slide 14">
            <a:extLst>
              <a:ext uri="{FF2B5EF4-FFF2-40B4-BE49-F238E27FC236}">
                <a16:creationId xmlns:a16="http://schemas.microsoft.com/office/drawing/2014/main" id="{536A4FA3-FA1B-7CBF-4A5F-C7A1775F8021}"/>
              </a:ext>
            </a:extLst>
          </p:cNvPr>
          <p:cNvSpPr>
            <a:spLocks noGrp="1"/>
          </p:cNvSpPr>
          <p:nvPr>
            <p:ph type="sldNum" sz="quarter" idx="7"/>
          </p:nvPr>
        </p:nvSpPr>
        <p:spPr>
          <a:xfrm>
            <a:off x="14750478" y="10747401"/>
            <a:ext cx="4623943" cy="565467"/>
          </a:xfrm>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18</a:t>
            </a:fld>
            <a:endParaRPr lang="en-US" sz="1400" dirty="0">
              <a:solidFill>
                <a:schemeClr val="bg1"/>
              </a:solidFill>
              <a:latin typeface="Futura Lt BT" panose="020B0402020204020303"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23" y="2439"/>
            <a:ext cx="20104100" cy="5654675"/>
          </a:xfrm>
          <a:custGeom>
            <a:avLst/>
            <a:gdLst/>
            <a:ahLst/>
            <a:cxnLst/>
            <a:rect l="l" t="t" r="r" b="b"/>
            <a:pathLst>
              <a:path w="20104100" h="5654675">
                <a:moveTo>
                  <a:pt x="20103565" y="0"/>
                </a:moveTo>
                <a:lnTo>
                  <a:pt x="0" y="0"/>
                </a:lnTo>
                <a:lnTo>
                  <a:pt x="0" y="5654278"/>
                </a:lnTo>
                <a:lnTo>
                  <a:pt x="20103565" y="5654278"/>
                </a:lnTo>
                <a:lnTo>
                  <a:pt x="20103565" y="0"/>
                </a:lnTo>
                <a:close/>
              </a:path>
            </a:pathLst>
          </a:custGeom>
          <a:solidFill>
            <a:srgbClr val="000000"/>
          </a:solidFill>
        </p:spPr>
        <p:txBody>
          <a:bodyPr wrap="square" lIns="0" tIns="0" rIns="0" bIns="0" rtlCol="0"/>
          <a:lstStyle/>
          <a:p>
            <a:endParaRPr/>
          </a:p>
        </p:txBody>
      </p:sp>
      <p:sp>
        <p:nvSpPr>
          <p:cNvPr id="3" name="object 3"/>
          <p:cNvSpPr txBox="1">
            <a:spLocks noGrp="1"/>
          </p:cNvSpPr>
          <p:nvPr>
            <p:ph type="title"/>
          </p:nvPr>
        </p:nvSpPr>
        <p:spPr>
          <a:xfrm>
            <a:off x="670002" y="635022"/>
            <a:ext cx="13954047" cy="627822"/>
          </a:xfrm>
          <a:prstGeom prst="rect">
            <a:avLst/>
          </a:prstGeom>
        </p:spPr>
        <p:txBody>
          <a:bodyPr vert="horz" wrap="square" lIns="0" tIns="57870" rIns="0" bIns="0" rtlCol="0">
            <a:spAutoFit/>
          </a:bodyPr>
          <a:lstStyle/>
          <a:p>
            <a:pPr marL="4867275">
              <a:lnSpc>
                <a:spcPct val="100000"/>
              </a:lnSpc>
              <a:spcBef>
                <a:spcPts val="110"/>
              </a:spcBef>
            </a:pPr>
            <a:r>
              <a:rPr sz="3700" spc="-130" dirty="0">
                <a:solidFill>
                  <a:srgbClr val="FFF9FB"/>
                </a:solidFill>
              </a:rPr>
              <a:t>ANTÔNIO</a:t>
            </a:r>
            <a:r>
              <a:rPr sz="3700" spc="-90" dirty="0">
                <a:solidFill>
                  <a:srgbClr val="FFF9FB"/>
                </a:solidFill>
              </a:rPr>
              <a:t> </a:t>
            </a:r>
            <a:r>
              <a:rPr sz="3700" spc="-100" dirty="0">
                <a:solidFill>
                  <a:srgbClr val="FFF9FB"/>
                </a:solidFill>
              </a:rPr>
              <a:t>NICOLAU</a:t>
            </a:r>
            <a:r>
              <a:rPr sz="3700" spc="-90" dirty="0">
                <a:solidFill>
                  <a:srgbClr val="FFF9FB"/>
                </a:solidFill>
              </a:rPr>
              <a:t> </a:t>
            </a:r>
            <a:r>
              <a:rPr sz="3700" dirty="0">
                <a:solidFill>
                  <a:srgbClr val="FFF9FB"/>
                </a:solidFill>
              </a:rPr>
              <a:t>-</a:t>
            </a:r>
            <a:r>
              <a:rPr sz="3700" spc="-90" dirty="0">
                <a:solidFill>
                  <a:srgbClr val="FFF9FB"/>
                </a:solidFill>
              </a:rPr>
              <a:t> </a:t>
            </a:r>
            <a:r>
              <a:rPr sz="3700" spc="-25" dirty="0">
                <a:solidFill>
                  <a:srgbClr val="FFF9FB"/>
                </a:solidFill>
              </a:rPr>
              <a:t>CEO</a:t>
            </a:r>
            <a:endParaRPr sz="3700" dirty="0"/>
          </a:p>
        </p:txBody>
      </p:sp>
      <p:sp>
        <p:nvSpPr>
          <p:cNvPr id="4" name="object 4"/>
          <p:cNvSpPr txBox="1"/>
          <p:nvPr/>
        </p:nvSpPr>
        <p:spPr>
          <a:xfrm>
            <a:off x="5529968" y="1515723"/>
            <a:ext cx="11380082" cy="3596434"/>
          </a:xfrm>
          <a:prstGeom prst="rect">
            <a:avLst/>
          </a:prstGeom>
        </p:spPr>
        <p:txBody>
          <a:bodyPr vert="horz" wrap="square" lIns="0" tIns="11430" rIns="0" bIns="0" rtlCol="0">
            <a:spAutoFit/>
          </a:bodyPr>
          <a:lstStyle/>
          <a:p>
            <a:pPr marL="12700" marR="5080" algn="just">
              <a:lnSpc>
                <a:spcPct val="130100"/>
              </a:lnSpc>
              <a:spcBef>
                <a:spcPts val="90"/>
              </a:spcBef>
            </a:pPr>
            <a:r>
              <a:rPr lang="pt-BR" sz="2600" spc="-25" dirty="0">
                <a:solidFill>
                  <a:srgbClr val="FFF9FB"/>
                </a:solidFill>
                <a:latin typeface="Futura Lt BT Light"/>
                <a:cs typeface="Futura PT Book"/>
              </a:rPr>
              <a:t>Advogado,</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com</a:t>
            </a:r>
            <a:r>
              <a:rPr lang="pt-BR" sz="2600" spc="-35" dirty="0">
                <a:solidFill>
                  <a:srgbClr val="FFF9FB"/>
                </a:solidFill>
                <a:latin typeface="Futura Lt BT Light"/>
                <a:cs typeface="Futura PT Book"/>
              </a:rPr>
              <a:t> </a:t>
            </a:r>
            <a:r>
              <a:rPr lang="pt-BR" sz="2600" spc="-25" dirty="0">
                <a:solidFill>
                  <a:srgbClr val="FFF9FB"/>
                </a:solidFill>
                <a:latin typeface="Futura Lt BT Light"/>
                <a:cs typeface="Futura PT Book"/>
              </a:rPr>
              <a:t>experiência</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de</a:t>
            </a:r>
            <a:r>
              <a:rPr lang="pt-BR" sz="2600" spc="-30" dirty="0">
                <a:solidFill>
                  <a:srgbClr val="FFF9FB"/>
                </a:solidFill>
                <a:latin typeface="Futura Lt BT Light"/>
                <a:cs typeface="Futura PT Book"/>
              </a:rPr>
              <a:t> </a:t>
            </a:r>
            <a:r>
              <a:rPr lang="pt-BR" sz="2600" dirty="0">
                <a:solidFill>
                  <a:srgbClr val="FFF9FB"/>
                </a:solidFill>
                <a:latin typeface="Futura Lt BT Light"/>
                <a:cs typeface="Futura PT Book"/>
              </a:rPr>
              <a:t>mais</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de</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40</a:t>
            </a:r>
            <a:r>
              <a:rPr lang="pt-BR" sz="2600" spc="-30" dirty="0">
                <a:solidFill>
                  <a:srgbClr val="FFF9FB"/>
                </a:solidFill>
                <a:latin typeface="Futura Lt BT Light"/>
                <a:cs typeface="Futura PT Book"/>
              </a:rPr>
              <a:t> </a:t>
            </a:r>
            <a:r>
              <a:rPr lang="pt-BR" sz="2600" dirty="0">
                <a:solidFill>
                  <a:srgbClr val="FFF9FB"/>
                </a:solidFill>
                <a:latin typeface="Futura Lt BT Light"/>
                <a:cs typeface="Futura PT Book"/>
              </a:rPr>
              <a:t>anos.</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Foi,</a:t>
            </a:r>
            <a:r>
              <a:rPr lang="pt-BR" sz="2600" spc="-35" dirty="0">
                <a:solidFill>
                  <a:srgbClr val="FFF9FB"/>
                </a:solidFill>
                <a:latin typeface="Futura Lt BT Light"/>
                <a:cs typeface="Futura PT Book"/>
              </a:rPr>
              <a:t> </a:t>
            </a:r>
            <a:r>
              <a:rPr lang="pt-BR" sz="2600" spc="-10" dirty="0">
                <a:solidFill>
                  <a:srgbClr val="FFF9FB"/>
                </a:solidFill>
                <a:latin typeface="Futura Lt BT Light"/>
                <a:cs typeface="Futura PT Book"/>
              </a:rPr>
              <a:t>durante</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dez</a:t>
            </a:r>
            <a:r>
              <a:rPr lang="pt-BR" sz="2600" spc="-30" dirty="0">
                <a:solidFill>
                  <a:srgbClr val="FFF9FB"/>
                </a:solidFill>
                <a:latin typeface="Futura Lt BT Light"/>
                <a:cs typeface="Futura PT Book"/>
              </a:rPr>
              <a:t> </a:t>
            </a:r>
            <a:r>
              <a:rPr lang="pt-BR" sz="2600" dirty="0">
                <a:solidFill>
                  <a:srgbClr val="FFF9FB"/>
                </a:solidFill>
                <a:latin typeface="Futura Lt BT Light"/>
                <a:cs typeface="Futura PT Book"/>
              </a:rPr>
              <a:t>anos,</a:t>
            </a:r>
            <a:r>
              <a:rPr lang="pt-BR" sz="2600" spc="-35" dirty="0">
                <a:solidFill>
                  <a:srgbClr val="FFF9FB"/>
                </a:solidFill>
                <a:latin typeface="Futura Lt BT Light"/>
                <a:cs typeface="Futura PT Book"/>
              </a:rPr>
              <a:t> </a:t>
            </a:r>
            <a:r>
              <a:rPr lang="pt-BR" sz="2600" spc="-10" dirty="0">
                <a:solidFill>
                  <a:srgbClr val="FFF9FB"/>
                </a:solidFill>
                <a:latin typeface="Futura Lt BT Light"/>
                <a:cs typeface="Futura PT Book"/>
              </a:rPr>
              <a:t>auditor </a:t>
            </a:r>
            <a:r>
              <a:rPr lang="pt-BR" sz="2600" dirty="0">
                <a:solidFill>
                  <a:srgbClr val="FFF9FB"/>
                </a:solidFill>
                <a:latin typeface="Futura Lt BT Light"/>
                <a:cs typeface="Futura PT Book"/>
              </a:rPr>
              <a:t>externo</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de</a:t>
            </a:r>
            <a:r>
              <a:rPr lang="pt-BR" sz="2600" spc="180" dirty="0">
                <a:solidFill>
                  <a:srgbClr val="FFF9FB"/>
                </a:solidFill>
                <a:latin typeface="Futura Lt BT Light"/>
                <a:cs typeface="Futura PT Book"/>
              </a:rPr>
              <a:t> </a:t>
            </a:r>
            <a:r>
              <a:rPr lang="pt-BR" sz="2600" dirty="0">
                <a:solidFill>
                  <a:srgbClr val="FFF9FB"/>
                </a:solidFill>
                <a:latin typeface="Futura Lt BT Light"/>
                <a:cs typeface="Futura PT Book"/>
              </a:rPr>
              <a:t>Big</a:t>
            </a:r>
            <a:r>
              <a:rPr lang="pt-BR" sz="2600" spc="185" dirty="0">
                <a:solidFill>
                  <a:srgbClr val="FFF9FB"/>
                </a:solidFill>
                <a:latin typeface="Futura Lt BT Light"/>
                <a:cs typeface="Futura PT Book"/>
              </a:rPr>
              <a:t> </a:t>
            </a:r>
            <a:r>
              <a:rPr lang="pt-BR" sz="2600" dirty="0">
                <a:solidFill>
                  <a:srgbClr val="FFF9FB"/>
                </a:solidFill>
                <a:latin typeface="Futura Lt BT Light"/>
                <a:cs typeface="Futura PT Book"/>
              </a:rPr>
              <a:t>4,</a:t>
            </a:r>
            <a:r>
              <a:rPr lang="pt-BR" sz="2600" spc="185" dirty="0">
                <a:solidFill>
                  <a:srgbClr val="FFF9FB"/>
                </a:solidFill>
                <a:latin typeface="Futura Lt BT Light"/>
                <a:cs typeface="Futura PT Book"/>
              </a:rPr>
              <a:t> </a:t>
            </a:r>
            <a:r>
              <a:rPr lang="pt-BR" sz="2600" dirty="0">
                <a:solidFill>
                  <a:srgbClr val="FFF9FB"/>
                </a:solidFill>
                <a:latin typeface="Futura Lt BT Light"/>
                <a:cs typeface="Futura PT Book"/>
              </a:rPr>
              <a:t>Diretor</a:t>
            </a:r>
            <a:r>
              <a:rPr lang="pt-BR" sz="2600" spc="185" dirty="0">
                <a:solidFill>
                  <a:srgbClr val="FFF9FB"/>
                </a:solidFill>
                <a:latin typeface="Futura Lt BT Light"/>
                <a:cs typeface="Futura PT Book"/>
              </a:rPr>
              <a:t> </a:t>
            </a:r>
            <a:r>
              <a:rPr lang="pt-BR" sz="2600" dirty="0">
                <a:solidFill>
                  <a:srgbClr val="FFF9FB"/>
                </a:solidFill>
                <a:latin typeface="Futura Lt BT Light"/>
                <a:cs typeface="Futura PT Book"/>
              </a:rPr>
              <a:t>de</a:t>
            </a:r>
            <a:r>
              <a:rPr lang="pt-BR" sz="2600" spc="180" dirty="0">
                <a:solidFill>
                  <a:srgbClr val="FFF9FB"/>
                </a:solidFill>
                <a:latin typeface="Futura Lt BT Light"/>
                <a:cs typeface="Futura PT Book"/>
              </a:rPr>
              <a:t> </a:t>
            </a:r>
            <a:r>
              <a:rPr lang="pt-BR" sz="2600" dirty="0">
                <a:solidFill>
                  <a:srgbClr val="FFF9FB"/>
                </a:solidFill>
                <a:latin typeface="Futura Lt BT Light"/>
                <a:cs typeface="Futura PT Book"/>
              </a:rPr>
              <a:t>Obrigações</a:t>
            </a:r>
            <a:r>
              <a:rPr lang="pt-BR" sz="2600" spc="185" dirty="0">
                <a:solidFill>
                  <a:srgbClr val="FFF9FB"/>
                </a:solidFill>
                <a:latin typeface="Futura Lt BT Light"/>
                <a:cs typeface="Futura PT Book"/>
              </a:rPr>
              <a:t> </a:t>
            </a:r>
            <a:r>
              <a:rPr lang="pt-BR" sz="2600" dirty="0">
                <a:solidFill>
                  <a:srgbClr val="FFF9FB"/>
                </a:solidFill>
                <a:latin typeface="Futura Lt BT Light"/>
                <a:cs typeface="Futura PT Book"/>
              </a:rPr>
              <a:t>Corporativas</a:t>
            </a:r>
            <a:r>
              <a:rPr lang="pt-BR" sz="2600" spc="185" dirty="0">
                <a:solidFill>
                  <a:srgbClr val="FFF9FB"/>
                </a:solidFill>
                <a:latin typeface="Futura Lt BT Light"/>
                <a:cs typeface="Futura PT Book"/>
              </a:rPr>
              <a:t> </a:t>
            </a:r>
            <a:r>
              <a:rPr lang="pt-BR" sz="2600" spc="-55" dirty="0">
                <a:solidFill>
                  <a:srgbClr val="FFF9FB"/>
                </a:solidFill>
                <a:latin typeface="Futura Lt BT Light"/>
                <a:cs typeface="Futura PT Book"/>
              </a:rPr>
              <a:t>de</a:t>
            </a:r>
            <a:r>
              <a:rPr lang="pt-BR" sz="2600" spc="-100" dirty="0">
                <a:solidFill>
                  <a:srgbClr val="FFF9FB"/>
                </a:solidFill>
                <a:latin typeface="Futura Lt BT Light"/>
                <a:cs typeface="Futura PT Book"/>
              </a:rPr>
              <a:t> </a:t>
            </a:r>
            <a:r>
              <a:rPr lang="pt-BR" sz="2600" spc="-40" dirty="0">
                <a:solidFill>
                  <a:srgbClr val="FFF9FB"/>
                </a:solidFill>
                <a:latin typeface="Futura Lt BT Light"/>
                <a:cs typeface="Futura PT Book"/>
              </a:rPr>
              <a:t>Instituição</a:t>
            </a:r>
            <a:r>
              <a:rPr lang="pt-BR" sz="2600" spc="-110" dirty="0">
                <a:solidFill>
                  <a:srgbClr val="FFF9FB"/>
                </a:solidFill>
                <a:latin typeface="Futura Lt BT Light"/>
                <a:cs typeface="Futura PT Book"/>
              </a:rPr>
              <a:t> </a:t>
            </a:r>
            <a:r>
              <a:rPr lang="pt-BR" sz="2600" spc="-10" dirty="0">
                <a:solidFill>
                  <a:srgbClr val="FFF9FB"/>
                </a:solidFill>
                <a:latin typeface="Futura Lt BT Light"/>
                <a:cs typeface="Futura PT Book"/>
              </a:rPr>
              <a:t>Financeira </a:t>
            </a:r>
            <a:r>
              <a:rPr lang="pt-BR" sz="2600" dirty="0">
                <a:solidFill>
                  <a:srgbClr val="FFF9FB"/>
                </a:solidFill>
                <a:latin typeface="Futura Lt BT Light"/>
                <a:cs typeface="Futura PT Book"/>
              </a:rPr>
              <a:t>de</a:t>
            </a:r>
            <a:r>
              <a:rPr lang="pt-BR" sz="2600" spc="-40" dirty="0">
                <a:solidFill>
                  <a:srgbClr val="FFF9FB"/>
                </a:solidFill>
                <a:latin typeface="Futura Lt BT Light"/>
                <a:cs typeface="Futura PT Book"/>
              </a:rPr>
              <a:t> </a:t>
            </a:r>
            <a:r>
              <a:rPr lang="pt-BR" sz="2600" spc="-10" dirty="0">
                <a:solidFill>
                  <a:srgbClr val="FFF9FB"/>
                </a:solidFill>
                <a:latin typeface="Futura Lt BT Light"/>
                <a:cs typeface="Futura PT Book"/>
              </a:rPr>
              <a:t>grande</a:t>
            </a:r>
            <a:r>
              <a:rPr lang="pt-BR" sz="2600" spc="-40" dirty="0">
                <a:solidFill>
                  <a:srgbClr val="FFF9FB"/>
                </a:solidFill>
                <a:latin typeface="Futura Lt BT Light"/>
                <a:cs typeface="Futura PT Book"/>
              </a:rPr>
              <a:t> </a:t>
            </a:r>
            <a:r>
              <a:rPr lang="pt-BR" sz="2600" dirty="0">
                <a:solidFill>
                  <a:srgbClr val="FFF9FB"/>
                </a:solidFill>
                <a:latin typeface="Futura Lt BT Light"/>
                <a:cs typeface="Futura PT Book"/>
              </a:rPr>
              <a:t>porte</a:t>
            </a:r>
            <a:r>
              <a:rPr lang="pt-BR" sz="2600" spc="-35" dirty="0">
                <a:solidFill>
                  <a:srgbClr val="FFF9FB"/>
                </a:solidFill>
                <a:latin typeface="Futura Lt BT Light"/>
                <a:cs typeface="Futura PT Book"/>
              </a:rPr>
              <a:t> </a:t>
            </a:r>
            <a:r>
              <a:rPr lang="pt-BR" sz="2600" spc="-20" dirty="0">
                <a:solidFill>
                  <a:srgbClr val="FFF9FB"/>
                </a:solidFill>
                <a:latin typeface="Futura Lt BT Light"/>
                <a:cs typeface="Futura PT Book"/>
              </a:rPr>
              <a:t>também</a:t>
            </a:r>
            <a:r>
              <a:rPr lang="pt-BR" sz="2600" spc="-40" dirty="0">
                <a:solidFill>
                  <a:srgbClr val="FFF9FB"/>
                </a:solidFill>
                <a:latin typeface="Futura Lt BT Light"/>
                <a:cs typeface="Futura PT Book"/>
              </a:rPr>
              <a:t> </a:t>
            </a:r>
            <a:r>
              <a:rPr lang="pt-BR" sz="2600" dirty="0">
                <a:solidFill>
                  <a:srgbClr val="FFF9FB"/>
                </a:solidFill>
                <a:latin typeface="Futura Lt BT Light"/>
                <a:cs typeface="Futura PT Book"/>
              </a:rPr>
              <a:t>por</a:t>
            </a:r>
            <a:r>
              <a:rPr lang="pt-BR" sz="2600" spc="-40" dirty="0">
                <a:solidFill>
                  <a:srgbClr val="FFF9FB"/>
                </a:solidFill>
                <a:latin typeface="Futura Lt BT Light"/>
                <a:cs typeface="Futura PT Book"/>
              </a:rPr>
              <a:t> </a:t>
            </a:r>
            <a:r>
              <a:rPr lang="pt-BR" sz="2600" dirty="0">
                <a:solidFill>
                  <a:srgbClr val="FFF9FB"/>
                </a:solidFill>
                <a:latin typeface="Futura Lt BT Light"/>
                <a:cs typeface="Futura PT Book"/>
              </a:rPr>
              <a:t>dez</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anos</a:t>
            </a:r>
            <a:r>
              <a:rPr lang="pt-BR" sz="2600" spc="-40" dirty="0">
                <a:solidFill>
                  <a:srgbClr val="FFF9FB"/>
                </a:solidFill>
                <a:latin typeface="Futura Lt BT Light"/>
                <a:cs typeface="Futura PT Book"/>
              </a:rPr>
              <a:t> </a:t>
            </a:r>
            <a:r>
              <a:rPr lang="pt-BR" sz="2600" dirty="0">
                <a:solidFill>
                  <a:srgbClr val="FFF9FB"/>
                </a:solidFill>
                <a:latin typeface="Futura Lt BT Light"/>
                <a:cs typeface="Futura PT Book"/>
              </a:rPr>
              <a:t>e</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há</a:t>
            </a:r>
            <a:r>
              <a:rPr lang="pt-BR" sz="2600" spc="-40" dirty="0">
                <a:solidFill>
                  <a:srgbClr val="FFF9FB"/>
                </a:solidFill>
                <a:latin typeface="Futura Lt BT Light"/>
                <a:cs typeface="Futura PT Book"/>
              </a:rPr>
              <a:t> </a:t>
            </a:r>
            <a:r>
              <a:rPr lang="pt-BR" sz="2600" dirty="0">
                <a:solidFill>
                  <a:srgbClr val="FFF9FB"/>
                </a:solidFill>
                <a:latin typeface="Futura Lt BT Light"/>
                <a:cs typeface="Futura PT Book"/>
              </a:rPr>
              <a:t>25</a:t>
            </a:r>
            <a:r>
              <a:rPr lang="pt-BR" sz="2600" spc="-40" dirty="0">
                <a:solidFill>
                  <a:srgbClr val="FFF9FB"/>
                </a:solidFill>
                <a:latin typeface="Futura Lt BT Light"/>
                <a:cs typeface="Futura PT Book"/>
              </a:rPr>
              <a:t> </a:t>
            </a:r>
            <a:r>
              <a:rPr lang="pt-BR" sz="2600" dirty="0">
                <a:solidFill>
                  <a:srgbClr val="FFF9FB"/>
                </a:solidFill>
                <a:latin typeface="Futura Lt BT Light"/>
                <a:cs typeface="Futura PT Book"/>
              </a:rPr>
              <a:t>atua</a:t>
            </a:r>
            <a:r>
              <a:rPr lang="pt-BR" sz="2600" spc="-35" dirty="0">
                <a:solidFill>
                  <a:srgbClr val="FFF9FB"/>
                </a:solidFill>
                <a:latin typeface="Futura Lt BT Light"/>
                <a:cs typeface="Futura PT Book"/>
              </a:rPr>
              <a:t> </a:t>
            </a:r>
            <a:r>
              <a:rPr lang="pt-BR" sz="2600" dirty="0">
                <a:solidFill>
                  <a:srgbClr val="FFF9FB"/>
                </a:solidFill>
                <a:latin typeface="Futura Lt BT Light"/>
                <a:cs typeface="Futura PT Book"/>
              </a:rPr>
              <a:t>no</a:t>
            </a:r>
            <a:r>
              <a:rPr lang="pt-BR" sz="2600" spc="-40" dirty="0">
                <a:solidFill>
                  <a:srgbClr val="FFF9FB"/>
                </a:solidFill>
                <a:latin typeface="Futura Lt BT Light"/>
                <a:cs typeface="Futura PT Book"/>
              </a:rPr>
              <a:t> </a:t>
            </a:r>
            <a:r>
              <a:rPr lang="pt-BR" sz="2600" spc="-30" dirty="0">
                <a:solidFill>
                  <a:srgbClr val="FFF9FB"/>
                </a:solidFill>
                <a:latin typeface="Futura Lt BT Light"/>
                <a:cs typeface="Futura PT Book"/>
              </a:rPr>
              <a:t>mercado</a:t>
            </a:r>
            <a:r>
              <a:rPr lang="pt-BR" sz="2600" spc="-40" dirty="0">
                <a:solidFill>
                  <a:srgbClr val="FFF9FB"/>
                </a:solidFill>
                <a:latin typeface="Futura Lt BT Light"/>
                <a:cs typeface="Futura PT Book"/>
              </a:rPr>
              <a:t> </a:t>
            </a:r>
            <a:r>
              <a:rPr lang="pt-BR" sz="2600" dirty="0">
                <a:solidFill>
                  <a:srgbClr val="FFF9FB"/>
                </a:solidFill>
                <a:latin typeface="Futura Lt BT Light"/>
                <a:cs typeface="Futura PT Book"/>
              </a:rPr>
              <a:t>de</a:t>
            </a:r>
            <a:r>
              <a:rPr lang="pt-BR" sz="2600" spc="-35" dirty="0">
                <a:solidFill>
                  <a:srgbClr val="FFF9FB"/>
                </a:solidFill>
                <a:latin typeface="Futura Lt BT Light"/>
                <a:cs typeface="Futura PT Book"/>
              </a:rPr>
              <a:t> </a:t>
            </a:r>
            <a:r>
              <a:rPr lang="pt-BR" sz="2600" spc="-10" dirty="0">
                <a:solidFill>
                  <a:srgbClr val="FFF9FB"/>
                </a:solidFill>
                <a:latin typeface="Futura Lt BT Light"/>
                <a:cs typeface="Futura PT Book"/>
              </a:rPr>
              <a:t>consultoria, </a:t>
            </a:r>
            <a:r>
              <a:rPr lang="pt-BR" sz="2600" spc="-20" dirty="0">
                <a:solidFill>
                  <a:srgbClr val="FFF9FB"/>
                </a:solidFill>
                <a:latin typeface="Futura Lt BT Light"/>
                <a:cs typeface="Futura PT Book"/>
              </a:rPr>
              <a:t>estando,</a:t>
            </a:r>
            <a:r>
              <a:rPr lang="pt-BR" sz="2600" spc="-65" dirty="0">
                <a:solidFill>
                  <a:srgbClr val="FFF9FB"/>
                </a:solidFill>
                <a:latin typeface="Futura Lt BT Light"/>
                <a:cs typeface="Futura PT Book"/>
              </a:rPr>
              <a:t> </a:t>
            </a:r>
            <a:r>
              <a:rPr lang="pt-BR" sz="2600" dirty="0">
                <a:solidFill>
                  <a:srgbClr val="FFF9FB"/>
                </a:solidFill>
                <a:latin typeface="Futura Lt BT Light"/>
                <a:cs typeface="Futura PT Book"/>
              </a:rPr>
              <a:t>nos</a:t>
            </a:r>
            <a:r>
              <a:rPr lang="pt-BR" sz="2600" spc="-65" dirty="0">
                <a:solidFill>
                  <a:srgbClr val="FFF9FB"/>
                </a:solidFill>
                <a:latin typeface="Futura Lt BT Light"/>
                <a:cs typeface="Futura PT Book"/>
              </a:rPr>
              <a:t> </a:t>
            </a:r>
            <a:r>
              <a:rPr lang="pt-BR" sz="2600" spc="-10" dirty="0">
                <a:solidFill>
                  <a:srgbClr val="FFF9FB"/>
                </a:solidFill>
                <a:latin typeface="Futura Lt BT Light"/>
                <a:cs typeface="Futura PT Book"/>
              </a:rPr>
              <a:t>últimos</a:t>
            </a:r>
            <a:r>
              <a:rPr lang="pt-BR" sz="2600" spc="-65" dirty="0">
                <a:solidFill>
                  <a:srgbClr val="FFF9FB"/>
                </a:solidFill>
                <a:latin typeface="Futura Lt BT Light"/>
                <a:cs typeface="Futura PT Book"/>
              </a:rPr>
              <a:t> </a:t>
            </a:r>
            <a:r>
              <a:rPr lang="pt-BR" sz="2600" dirty="0">
                <a:solidFill>
                  <a:srgbClr val="FFF9FB"/>
                </a:solidFill>
                <a:latin typeface="Futura Lt BT Light"/>
                <a:cs typeface="Futura PT Book"/>
              </a:rPr>
              <a:t>dez</a:t>
            </a:r>
            <a:r>
              <a:rPr lang="pt-BR" sz="2600" spc="-65" dirty="0">
                <a:solidFill>
                  <a:srgbClr val="FFF9FB"/>
                </a:solidFill>
                <a:latin typeface="Futura Lt BT Light"/>
                <a:cs typeface="Futura PT Book"/>
              </a:rPr>
              <a:t> </a:t>
            </a:r>
            <a:r>
              <a:rPr lang="pt-BR" sz="2600" dirty="0">
                <a:solidFill>
                  <a:srgbClr val="FFF9FB"/>
                </a:solidFill>
                <a:latin typeface="Futura Lt BT Light"/>
                <a:cs typeface="Futura PT Book"/>
              </a:rPr>
              <a:t>anos,</a:t>
            </a:r>
            <a:r>
              <a:rPr lang="pt-BR" sz="2600" spc="-60" dirty="0">
                <a:solidFill>
                  <a:srgbClr val="FFF9FB"/>
                </a:solidFill>
                <a:latin typeface="Futura Lt BT Light"/>
                <a:cs typeface="Futura PT Book"/>
              </a:rPr>
              <a:t> </a:t>
            </a:r>
            <a:r>
              <a:rPr lang="pt-BR" sz="2600" dirty="0">
                <a:solidFill>
                  <a:srgbClr val="FFF9FB"/>
                </a:solidFill>
                <a:latin typeface="Futura Lt BT Light"/>
                <a:cs typeface="Futura PT Book"/>
              </a:rPr>
              <a:t>no</a:t>
            </a:r>
            <a:r>
              <a:rPr lang="pt-BR" sz="2600" spc="-65" dirty="0">
                <a:solidFill>
                  <a:srgbClr val="FFF9FB"/>
                </a:solidFill>
                <a:latin typeface="Futura Lt BT Light"/>
                <a:cs typeface="Futura PT Book"/>
              </a:rPr>
              <a:t> </a:t>
            </a:r>
            <a:r>
              <a:rPr lang="pt-BR" sz="2600" dirty="0">
                <a:solidFill>
                  <a:srgbClr val="FFF9FB"/>
                </a:solidFill>
                <a:latin typeface="Futura Lt BT Light"/>
                <a:cs typeface="Futura PT Book"/>
              </a:rPr>
              <a:t>front</a:t>
            </a:r>
            <a:r>
              <a:rPr lang="pt-BR" sz="2600" spc="-65" dirty="0">
                <a:solidFill>
                  <a:srgbClr val="FFF9FB"/>
                </a:solidFill>
                <a:latin typeface="Futura Lt BT Light"/>
                <a:cs typeface="Futura PT Book"/>
              </a:rPr>
              <a:t> </a:t>
            </a:r>
            <a:r>
              <a:rPr lang="pt-BR" sz="2600" dirty="0">
                <a:solidFill>
                  <a:srgbClr val="FFF9FB"/>
                </a:solidFill>
                <a:latin typeface="Futura Lt BT Light"/>
                <a:cs typeface="Futura PT Book"/>
              </a:rPr>
              <a:t>da</a:t>
            </a:r>
            <a:r>
              <a:rPr lang="pt-BR" sz="2600" spc="-65" dirty="0">
                <a:solidFill>
                  <a:srgbClr val="FFF9FB"/>
                </a:solidFill>
                <a:latin typeface="Futura Lt BT Light"/>
                <a:cs typeface="Futura PT Book"/>
              </a:rPr>
              <a:t> </a:t>
            </a:r>
            <a:r>
              <a:rPr lang="pt-BR" sz="2600" dirty="0">
                <a:solidFill>
                  <a:srgbClr val="FFF9FB"/>
                </a:solidFill>
                <a:latin typeface="Futura Lt BT Light"/>
                <a:cs typeface="Futura PT Book"/>
              </a:rPr>
              <a:t>área</a:t>
            </a:r>
            <a:r>
              <a:rPr lang="pt-BR" sz="2600" spc="-65" dirty="0">
                <a:solidFill>
                  <a:srgbClr val="FFF9FB"/>
                </a:solidFill>
                <a:latin typeface="Futura Lt BT Light"/>
                <a:cs typeface="Futura PT Book"/>
              </a:rPr>
              <a:t> </a:t>
            </a:r>
            <a:r>
              <a:rPr lang="pt-BR" sz="2600" dirty="0">
                <a:solidFill>
                  <a:srgbClr val="FFF9FB"/>
                </a:solidFill>
                <a:latin typeface="Futura Lt BT Light"/>
                <a:cs typeface="Futura PT Book"/>
              </a:rPr>
              <a:t>de</a:t>
            </a:r>
            <a:r>
              <a:rPr lang="pt-BR" sz="2600" spc="-60" dirty="0">
                <a:solidFill>
                  <a:srgbClr val="FFF9FB"/>
                </a:solidFill>
                <a:latin typeface="Futura Lt BT Light"/>
                <a:cs typeface="Futura PT Book"/>
              </a:rPr>
              <a:t> </a:t>
            </a:r>
            <a:r>
              <a:rPr lang="pt-BR" sz="2600" spc="-25" dirty="0">
                <a:solidFill>
                  <a:srgbClr val="FFF9FB"/>
                </a:solidFill>
                <a:latin typeface="Futura Lt BT Light"/>
                <a:cs typeface="Futura PT Book"/>
              </a:rPr>
              <a:t>consultoria</a:t>
            </a:r>
            <a:r>
              <a:rPr lang="pt-BR" sz="2600" spc="-65" dirty="0">
                <a:solidFill>
                  <a:srgbClr val="FFF9FB"/>
                </a:solidFill>
                <a:latin typeface="Futura Lt BT Light"/>
                <a:cs typeface="Futura PT Book"/>
              </a:rPr>
              <a:t> </a:t>
            </a:r>
            <a:r>
              <a:rPr lang="pt-BR" sz="2600" dirty="0">
                <a:solidFill>
                  <a:srgbClr val="FFF9FB"/>
                </a:solidFill>
                <a:latin typeface="Futura Lt BT Light"/>
                <a:cs typeface="Futura PT Book"/>
              </a:rPr>
              <a:t>em</a:t>
            </a:r>
            <a:r>
              <a:rPr lang="pt-BR" sz="2600" spc="-65" dirty="0">
                <a:solidFill>
                  <a:srgbClr val="FFF9FB"/>
                </a:solidFill>
                <a:latin typeface="Futura Lt BT Light"/>
                <a:cs typeface="Futura PT Book"/>
              </a:rPr>
              <a:t> </a:t>
            </a:r>
            <a:r>
              <a:rPr lang="pt-BR" sz="2600" spc="-25" dirty="0">
                <a:solidFill>
                  <a:srgbClr val="FFF9FB"/>
                </a:solidFill>
                <a:latin typeface="Futura Lt BT Light"/>
                <a:cs typeface="Futura PT Book"/>
              </a:rPr>
              <a:t>avaliações</a:t>
            </a:r>
            <a:r>
              <a:rPr lang="pt-BR" sz="2600" spc="-65" dirty="0">
                <a:solidFill>
                  <a:srgbClr val="FFF9FB"/>
                </a:solidFill>
                <a:latin typeface="Futura Lt BT Light"/>
                <a:cs typeface="Futura PT Book"/>
              </a:rPr>
              <a:t> </a:t>
            </a:r>
            <a:r>
              <a:rPr lang="pt-BR" sz="2600" spc="-25" dirty="0">
                <a:solidFill>
                  <a:srgbClr val="FFF9FB"/>
                </a:solidFill>
                <a:latin typeface="Futura Lt BT Light"/>
                <a:cs typeface="Futura PT Book"/>
              </a:rPr>
              <a:t>em </a:t>
            </a:r>
            <a:r>
              <a:rPr lang="pt-BR" sz="2600" spc="-10" dirty="0">
                <a:solidFill>
                  <a:srgbClr val="FFF9FB"/>
                </a:solidFill>
                <a:latin typeface="Futura Lt BT Light"/>
                <a:cs typeface="Futura PT Book"/>
              </a:rPr>
              <a:t>empresa</a:t>
            </a:r>
            <a:r>
              <a:rPr lang="pt-BR" sz="2600" spc="55" dirty="0">
                <a:solidFill>
                  <a:srgbClr val="FFF9FB"/>
                </a:solidFill>
                <a:latin typeface="Futura Lt BT Light"/>
                <a:cs typeface="Futura PT Book"/>
              </a:rPr>
              <a:t> </a:t>
            </a:r>
            <a:r>
              <a:rPr lang="pt-BR" sz="2600" spc="-25" dirty="0">
                <a:solidFill>
                  <a:srgbClr val="FFF9FB"/>
                </a:solidFill>
                <a:latin typeface="Futura Lt BT Light"/>
                <a:cs typeface="Futura PT Book"/>
              </a:rPr>
              <a:t>especializada.</a:t>
            </a:r>
            <a:r>
              <a:rPr lang="pt-BR" sz="2600" spc="60" dirty="0">
                <a:solidFill>
                  <a:srgbClr val="FFF9FB"/>
                </a:solidFill>
                <a:latin typeface="Futura Lt BT Light"/>
                <a:cs typeface="Futura PT Book"/>
              </a:rPr>
              <a:t> </a:t>
            </a:r>
            <a:r>
              <a:rPr lang="pt-BR" sz="2600" dirty="0">
                <a:solidFill>
                  <a:srgbClr val="FFF9FB"/>
                </a:solidFill>
                <a:latin typeface="Futura Lt BT Light"/>
                <a:cs typeface="Futura PT Book"/>
              </a:rPr>
              <a:t>Neste período, também</a:t>
            </a:r>
            <a:r>
              <a:rPr lang="pt-BR" sz="2600" spc="60" dirty="0">
                <a:solidFill>
                  <a:srgbClr val="FFF9FB"/>
                </a:solidFill>
                <a:latin typeface="Futura Lt BT Light"/>
                <a:cs typeface="Futura PT Book"/>
              </a:rPr>
              <a:t> </a:t>
            </a:r>
            <a:r>
              <a:rPr lang="pt-BR" sz="2600" dirty="0">
                <a:solidFill>
                  <a:srgbClr val="FFF9FB"/>
                </a:solidFill>
                <a:latin typeface="Futura Lt BT Light"/>
                <a:cs typeface="Futura PT Book"/>
              </a:rPr>
              <a:t>atuou</a:t>
            </a:r>
            <a:r>
              <a:rPr lang="pt-BR" sz="2600" spc="60" dirty="0">
                <a:solidFill>
                  <a:srgbClr val="FFF9FB"/>
                </a:solidFill>
                <a:latin typeface="Futura Lt BT Light"/>
                <a:cs typeface="Futura PT Book"/>
              </a:rPr>
              <a:t> </a:t>
            </a:r>
            <a:r>
              <a:rPr lang="pt-BR" sz="2600" dirty="0">
                <a:solidFill>
                  <a:srgbClr val="FFF9FB"/>
                </a:solidFill>
                <a:latin typeface="Futura Lt BT Light"/>
                <a:cs typeface="Futura PT Book"/>
              </a:rPr>
              <a:t>em</a:t>
            </a:r>
            <a:r>
              <a:rPr lang="pt-BR" sz="2600" spc="60" dirty="0">
                <a:solidFill>
                  <a:srgbClr val="FFF9FB"/>
                </a:solidFill>
                <a:latin typeface="Futura Lt BT Light"/>
                <a:cs typeface="Futura PT Book"/>
              </a:rPr>
              <a:t> </a:t>
            </a:r>
            <a:r>
              <a:rPr lang="pt-BR" sz="2600" dirty="0">
                <a:solidFill>
                  <a:srgbClr val="FFF9FB"/>
                </a:solidFill>
                <a:latin typeface="Futura Lt BT Light"/>
                <a:cs typeface="Futura PT Book"/>
              </a:rPr>
              <a:t>diversos</a:t>
            </a:r>
            <a:r>
              <a:rPr lang="pt-BR" sz="2600" spc="55" dirty="0">
                <a:solidFill>
                  <a:srgbClr val="FFF9FB"/>
                </a:solidFill>
                <a:latin typeface="Futura Lt BT Light"/>
                <a:cs typeface="Futura PT Book"/>
              </a:rPr>
              <a:t> </a:t>
            </a:r>
            <a:r>
              <a:rPr lang="pt-BR" sz="2600" spc="-10" dirty="0">
                <a:solidFill>
                  <a:srgbClr val="FFF9FB"/>
                </a:solidFill>
                <a:latin typeface="Futura Lt BT Light"/>
                <a:cs typeface="Futura PT Book"/>
              </a:rPr>
              <a:t>projetos </a:t>
            </a:r>
            <a:r>
              <a:rPr lang="pt-BR" sz="2600" dirty="0">
                <a:solidFill>
                  <a:srgbClr val="FFF9FB"/>
                </a:solidFill>
                <a:latin typeface="Futura Lt BT Light"/>
                <a:cs typeface="Futura PT Book"/>
              </a:rPr>
              <a:t>como</a:t>
            </a:r>
            <a:r>
              <a:rPr lang="pt-BR" sz="2600" spc="565" dirty="0">
                <a:solidFill>
                  <a:srgbClr val="FFF9FB"/>
                </a:solidFill>
                <a:latin typeface="Futura Lt BT Light"/>
                <a:cs typeface="Futura PT Book"/>
              </a:rPr>
              <a:t> </a:t>
            </a:r>
            <a:r>
              <a:rPr lang="pt-BR" sz="2600" dirty="0">
                <a:solidFill>
                  <a:srgbClr val="FFF9FB"/>
                </a:solidFill>
                <a:latin typeface="Futura Lt BT Light"/>
                <a:cs typeface="Futura PT Book"/>
              </a:rPr>
              <a:t>perito judicial</a:t>
            </a:r>
            <a:r>
              <a:rPr lang="pt-BR" sz="2600" spc="570" dirty="0">
                <a:solidFill>
                  <a:srgbClr val="FFF9FB"/>
                </a:solidFill>
                <a:latin typeface="Futura Lt BT Light"/>
                <a:cs typeface="Futura PT Book"/>
              </a:rPr>
              <a:t> </a:t>
            </a:r>
            <a:r>
              <a:rPr lang="pt-BR" sz="2600" dirty="0">
                <a:solidFill>
                  <a:srgbClr val="FFF9FB"/>
                </a:solidFill>
                <a:latin typeface="Futura Lt BT Light"/>
                <a:cs typeface="Futura PT Book"/>
              </a:rPr>
              <a:t>e assistente</a:t>
            </a:r>
            <a:r>
              <a:rPr lang="pt-BR" sz="2600" spc="570" dirty="0">
                <a:solidFill>
                  <a:srgbClr val="FFF9FB"/>
                </a:solidFill>
                <a:latin typeface="Futura Lt BT Light"/>
                <a:cs typeface="Futura PT Book"/>
              </a:rPr>
              <a:t> </a:t>
            </a:r>
            <a:r>
              <a:rPr lang="pt-BR" sz="2600" dirty="0">
                <a:solidFill>
                  <a:srgbClr val="FFF9FB"/>
                </a:solidFill>
                <a:latin typeface="Futura Lt BT Light"/>
                <a:cs typeface="Futura PT Book"/>
              </a:rPr>
              <a:t>de </a:t>
            </a:r>
            <a:r>
              <a:rPr lang="pt-BR" sz="2600" spc="-10" dirty="0">
                <a:solidFill>
                  <a:srgbClr val="FFF9FB"/>
                </a:solidFill>
                <a:latin typeface="Futura Lt BT Light"/>
                <a:cs typeface="Futura PT Book"/>
              </a:rPr>
              <a:t>perito.</a:t>
            </a:r>
            <a:endParaRPr lang="pt-BR" sz="2600" dirty="0">
              <a:latin typeface="Futura Lt BT Light"/>
              <a:cs typeface="Futura PT Book"/>
            </a:endParaRPr>
          </a:p>
        </p:txBody>
      </p:sp>
      <p:grpSp>
        <p:nvGrpSpPr>
          <p:cNvPr id="5" name="object 5"/>
          <p:cNvGrpSpPr/>
          <p:nvPr/>
        </p:nvGrpSpPr>
        <p:grpSpPr>
          <a:xfrm>
            <a:off x="523" y="672473"/>
            <a:ext cx="20104100" cy="10636250"/>
            <a:chOff x="523" y="672473"/>
            <a:chExt cx="20104100" cy="10636250"/>
          </a:xfrm>
        </p:grpSpPr>
        <p:pic>
          <p:nvPicPr>
            <p:cNvPr id="6" name="object 6"/>
            <p:cNvPicPr/>
            <p:nvPr/>
          </p:nvPicPr>
          <p:blipFill>
            <a:blip r:embed="rId2" cstate="print"/>
            <a:stretch>
              <a:fillRect/>
            </a:stretch>
          </p:blipFill>
          <p:spPr>
            <a:xfrm>
              <a:off x="597364" y="672473"/>
              <a:ext cx="3962120" cy="3949700"/>
            </a:xfrm>
            <a:prstGeom prst="rect">
              <a:avLst/>
            </a:prstGeom>
          </p:spPr>
        </p:pic>
        <p:sp>
          <p:nvSpPr>
            <p:cNvPr id="7" name="object 7"/>
            <p:cNvSpPr/>
            <p:nvPr/>
          </p:nvSpPr>
          <p:spPr>
            <a:xfrm>
              <a:off x="523" y="5656718"/>
              <a:ext cx="20104100" cy="5652135"/>
            </a:xfrm>
            <a:custGeom>
              <a:avLst/>
              <a:gdLst/>
              <a:ahLst/>
              <a:cxnLst/>
              <a:rect l="l" t="t" r="r" b="b"/>
              <a:pathLst>
                <a:path w="20104100" h="5652134">
                  <a:moveTo>
                    <a:pt x="20103565" y="0"/>
                  </a:moveTo>
                  <a:lnTo>
                    <a:pt x="0" y="0"/>
                  </a:lnTo>
                  <a:lnTo>
                    <a:pt x="0" y="5651838"/>
                  </a:lnTo>
                  <a:lnTo>
                    <a:pt x="20103565" y="5651838"/>
                  </a:lnTo>
                  <a:lnTo>
                    <a:pt x="20103565" y="0"/>
                  </a:lnTo>
                  <a:close/>
                </a:path>
              </a:pathLst>
            </a:custGeom>
            <a:solidFill>
              <a:srgbClr val="1E1E1E"/>
            </a:solidFill>
          </p:spPr>
          <p:txBody>
            <a:bodyPr wrap="square" lIns="0" tIns="0" rIns="0" bIns="0" rtlCol="0"/>
            <a:lstStyle/>
            <a:p>
              <a:endParaRPr/>
            </a:p>
          </p:txBody>
        </p:sp>
      </p:grpSp>
      <p:sp>
        <p:nvSpPr>
          <p:cNvPr id="8" name="object 8"/>
          <p:cNvSpPr txBox="1"/>
          <p:nvPr/>
        </p:nvSpPr>
        <p:spPr>
          <a:xfrm>
            <a:off x="556971" y="6373540"/>
            <a:ext cx="4077636" cy="661078"/>
          </a:xfrm>
          <a:prstGeom prst="rect">
            <a:avLst/>
          </a:prstGeom>
        </p:spPr>
        <p:txBody>
          <a:bodyPr vert="horz" wrap="square" lIns="0" tIns="174625" rIns="0" bIns="0" rtlCol="0">
            <a:spAutoFit/>
          </a:bodyPr>
          <a:lstStyle/>
          <a:p>
            <a:pPr marL="45720">
              <a:lnSpc>
                <a:spcPct val="100000"/>
              </a:lnSpc>
              <a:spcBef>
                <a:spcPts val="1375"/>
              </a:spcBef>
            </a:pPr>
            <a:r>
              <a:rPr sz="3150" dirty="0">
                <a:solidFill>
                  <a:srgbClr val="FFFFFF"/>
                </a:solidFill>
                <a:latin typeface="Futura PT Book"/>
                <a:cs typeface="Futura PT Book"/>
              </a:rPr>
              <a:t>FELLIPE </a:t>
            </a:r>
            <a:r>
              <a:rPr sz="3150" spc="-10" dirty="0">
                <a:solidFill>
                  <a:srgbClr val="FFFFFF"/>
                </a:solidFill>
                <a:latin typeface="Futura PT Book"/>
                <a:cs typeface="Futura PT Book"/>
              </a:rPr>
              <a:t>FRANCO</a:t>
            </a:r>
            <a:endParaRPr sz="3150" dirty="0">
              <a:latin typeface="Futura PT Book"/>
              <a:cs typeface="Futura PT Book"/>
            </a:endParaRPr>
          </a:p>
        </p:txBody>
      </p:sp>
      <p:sp>
        <p:nvSpPr>
          <p:cNvPr id="9" name="object 9"/>
          <p:cNvSpPr txBox="1"/>
          <p:nvPr/>
        </p:nvSpPr>
        <p:spPr>
          <a:xfrm>
            <a:off x="556970" y="7114617"/>
            <a:ext cx="3689033" cy="3063659"/>
          </a:xfrm>
          <a:prstGeom prst="rect">
            <a:avLst/>
          </a:prstGeom>
        </p:spPr>
        <p:txBody>
          <a:bodyPr vert="horz" wrap="square" lIns="0" tIns="16510" rIns="0" bIns="0" rtlCol="0">
            <a:spAutoFit/>
          </a:bodyPr>
          <a:lstStyle/>
          <a:p>
            <a:pPr marL="12700" algn="just">
              <a:spcAft>
                <a:spcPts val="600"/>
              </a:spcAft>
              <a:tabLst>
                <a:tab pos="1595755" algn="l"/>
                <a:tab pos="2030730" algn="l"/>
              </a:tabLst>
            </a:pPr>
            <a:r>
              <a:rPr lang="pt-BR" dirty="0">
                <a:solidFill>
                  <a:srgbClr val="FFFFFF"/>
                </a:solidFill>
                <a:latin typeface="Futura Lt BT Light"/>
                <a:cs typeface="Futura PT Book"/>
              </a:rPr>
              <a:t>Economista</a:t>
            </a:r>
            <a:r>
              <a:rPr lang="pt-BR" spc="5" dirty="0">
                <a:solidFill>
                  <a:srgbClr val="FFFFFF"/>
                </a:solidFill>
                <a:latin typeface="Futura Lt BT Light"/>
                <a:cs typeface="Futura PT Book"/>
              </a:rPr>
              <a:t> </a:t>
            </a:r>
            <a:r>
              <a:rPr lang="pt-BR" dirty="0">
                <a:solidFill>
                  <a:srgbClr val="FFFFFF"/>
                </a:solidFill>
                <a:latin typeface="Futura Lt BT Light"/>
                <a:cs typeface="Futura PT Book"/>
              </a:rPr>
              <a:t>(PUC-RJ)</a:t>
            </a:r>
            <a:r>
              <a:rPr lang="pt-BR" spc="10" dirty="0">
                <a:solidFill>
                  <a:srgbClr val="FFFFFF"/>
                </a:solidFill>
                <a:latin typeface="Futura Lt BT Light"/>
                <a:cs typeface="Futura PT Book"/>
              </a:rPr>
              <a:t> e </a:t>
            </a:r>
            <a:r>
              <a:rPr lang="pt-BR" spc="-10" dirty="0">
                <a:solidFill>
                  <a:srgbClr val="FFFFFF"/>
                </a:solidFill>
                <a:latin typeface="Futura Lt BT Light"/>
                <a:cs typeface="Futura PT Book"/>
              </a:rPr>
              <a:t>Contador (</a:t>
            </a:r>
            <a:r>
              <a:rPr lang="pt-BR" spc="-10" dirty="0" err="1">
                <a:solidFill>
                  <a:srgbClr val="FFFFFF"/>
                </a:solidFill>
                <a:latin typeface="Futura Lt BT Light"/>
                <a:cs typeface="Futura PT Book"/>
              </a:rPr>
              <a:t>Unesa</a:t>
            </a:r>
            <a:r>
              <a:rPr lang="pt-BR" spc="-10" dirty="0">
                <a:solidFill>
                  <a:srgbClr val="FFFFFF"/>
                </a:solidFill>
                <a:latin typeface="Futura Lt BT Light"/>
                <a:cs typeface="Futura PT Book"/>
              </a:rPr>
              <a:t>), </a:t>
            </a:r>
            <a:r>
              <a:rPr lang="pt-BR" spc="-25" dirty="0">
                <a:solidFill>
                  <a:srgbClr val="FFFFFF"/>
                </a:solidFill>
                <a:latin typeface="Futura Lt BT Light"/>
                <a:cs typeface="Futura PT Book"/>
              </a:rPr>
              <a:t>com </a:t>
            </a:r>
            <a:r>
              <a:rPr lang="pt-BR" spc="-10" dirty="0">
                <a:solidFill>
                  <a:srgbClr val="FFFFFF"/>
                </a:solidFill>
                <a:latin typeface="Futura Lt BT Light"/>
                <a:cs typeface="Futura PT Book"/>
              </a:rPr>
              <a:t>cursos </a:t>
            </a:r>
            <a:r>
              <a:rPr lang="pt-BR" spc="-25" dirty="0">
                <a:solidFill>
                  <a:srgbClr val="FFFFFF"/>
                </a:solidFill>
                <a:latin typeface="Futura Lt BT Light"/>
                <a:cs typeface="Futura PT Book"/>
              </a:rPr>
              <a:t>de </a:t>
            </a:r>
            <a:r>
              <a:rPr spc="-10" dirty="0" err="1">
                <a:solidFill>
                  <a:srgbClr val="FFFFFF"/>
                </a:solidFill>
                <a:latin typeface="Futura Lt BT Light"/>
                <a:cs typeface="Futura PT Book"/>
              </a:rPr>
              <a:t>especialização</a:t>
            </a:r>
            <a:r>
              <a:rPr lang="pt-BR" spc="-10" dirty="0">
                <a:solidFill>
                  <a:srgbClr val="FFFFFF"/>
                </a:solidFill>
                <a:latin typeface="Futura Lt BT Light"/>
                <a:cs typeface="Futura PT Book"/>
              </a:rPr>
              <a:t> </a:t>
            </a:r>
            <a:r>
              <a:rPr spc="-25" dirty="0" err="1">
                <a:solidFill>
                  <a:srgbClr val="FFFFFF"/>
                </a:solidFill>
                <a:latin typeface="Futura Lt BT Light"/>
                <a:cs typeface="Futura PT Book"/>
              </a:rPr>
              <a:t>em</a:t>
            </a:r>
            <a:r>
              <a:rPr lang="pt-BR" spc="-25" dirty="0">
                <a:solidFill>
                  <a:srgbClr val="FFFFFF"/>
                </a:solidFill>
                <a:latin typeface="Futura Lt BT Light"/>
                <a:cs typeface="Futura PT Book"/>
              </a:rPr>
              <a:t> </a:t>
            </a:r>
            <a:r>
              <a:rPr spc="-10" dirty="0" err="1">
                <a:solidFill>
                  <a:srgbClr val="FFFFFF"/>
                </a:solidFill>
                <a:latin typeface="Futura Lt BT Light"/>
                <a:cs typeface="Futura PT Book"/>
              </a:rPr>
              <a:t>matemática</a:t>
            </a:r>
            <a:r>
              <a:rPr lang="pt-BR" spc="-10" dirty="0">
                <a:solidFill>
                  <a:srgbClr val="FFFFFF"/>
                </a:solidFill>
                <a:latin typeface="Futura Lt BT Light"/>
                <a:cs typeface="Futura PT Book"/>
              </a:rPr>
              <a:t> (</a:t>
            </a:r>
            <a:r>
              <a:rPr lang="pt-BR" dirty="0">
                <a:solidFill>
                  <a:srgbClr val="FFFFFF"/>
                </a:solidFill>
                <a:latin typeface="Futura Lt BT Light"/>
                <a:cs typeface="Futura PT Book"/>
              </a:rPr>
              <a:t>UFF) e psicologia</a:t>
            </a:r>
            <a:r>
              <a:rPr lang="pt-BR" spc="390" dirty="0">
                <a:solidFill>
                  <a:srgbClr val="FFFFFF"/>
                </a:solidFill>
                <a:latin typeface="Futura Lt BT Light"/>
                <a:cs typeface="Futura PT Book"/>
              </a:rPr>
              <a:t> </a:t>
            </a:r>
            <a:r>
              <a:rPr lang="pt-BR" dirty="0">
                <a:solidFill>
                  <a:srgbClr val="FFFFFF"/>
                </a:solidFill>
                <a:latin typeface="Futura Lt BT Light"/>
                <a:cs typeface="Futura PT Book"/>
              </a:rPr>
              <a:t>(UFRJ),</a:t>
            </a:r>
            <a:r>
              <a:rPr lang="pt-BR" spc="390" dirty="0">
                <a:solidFill>
                  <a:srgbClr val="FFFFFF"/>
                </a:solidFill>
                <a:latin typeface="Futura Lt BT Light"/>
                <a:cs typeface="Futura PT Book"/>
              </a:rPr>
              <a:t> </a:t>
            </a:r>
            <a:r>
              <a:rPr lang="pt-BR" spc="-20" dirty="0">
                <a:solidFill>
                  <a:srgbClr val="FFFFFF"/>
                </a:solidFill>
                <a:latin typeface="Futura Lt BT Light"/>
                <a:cs typeface="Futura PT Book"/>
              </a:rPr>
              <a:t>atua </a:t>
            </a:r>
            <a:r>
              <a:rPr lang="pt-BR" spc="-25" dirty="0">
                <a:solidFill>
                  <a:srgbClr val="FFFFFF"/>
                </a:solidFill>
                <a:latin typeface="Futura Lt BT Light"/>
                <a:cs typeface="Futura PT Book"/>
              </a:rPr>
              <a:t>há 15 </a:t>
            </a:r>
            <a:r>
              <a:rPr lang="pt-BR" spc="-20" dirty="0">
                <a:solidFill>
                  <a:srgbClr val="FFFFFF"/>
                </a:solidFill>
                <a:latin typeface="Futura Lt BT Light"/>
                <a:cs typeface="Futura PT Book"/>
              </a:rPr>
              <a:t>anos </a:t>
            </a:r>
            <a:r>
              <a:rPr lang="pt-BR" spc="-25" dirty="0">
                <a:solidFill>
                  <a:srgbClr val="FFFFFF"/>
                </a:solidFill>
                <a:latin typeface="Futura Lt BT Light"/>
                <a:cs typeface="Futura PT Book"/>
              </a:rPr>
              <a:t>no </a:t>
            </a:r>
            <a:r>
              <a:rPr lang="pt-BR" spc="-10" dirty="0">
                <a:solidFill>
                  <a:srgbClr val="FFFFFF"/>
                </a:solidFill>
                <a:latin typeface="Futura Lt BT Light"/>
                <a:cs typeface="Futura PT Book"/>
              </a:rPr>
              <a:t>mercado </a:t>
            </a:r>
            <a:r>
              <a:rPr lang="pt-BR" spc="-25" dirty="0">
                <a:solidFill>
                  <a:srgbClr val="FFFFFF"/>
                </a:solidFill>
                <a:latin typeface="Futura Lt BT Light"/>
                <a:cs typeface="Futura PT Book"/>
              </a:rPr>
              <a:t>de avaliação de negócios em empresa especializada, tendo vasta experiência em treinamentos técnicos nas áreas de finanças e avaliação de ativos</a:t>
            </a:r>
            <a:endParaRPr dirty="0">
              <a:latin typeface="Futura Lt BT Light"/>
              <a:cs typeface="Futura PT Book"/>
            </a:endParaRPr>
          </a:p>
        </p:txBody>
      </p:sp>
      <p:sp>
        <p:nvSpPr>
          <p:cNvPr id="17" name="object 17"/>
          <p:cNvSpPr txBox="1"/>
          <p:nvPr/>
        </p:nvSpPr>
        <p:spPr>
          <a:xfrm>
            <a:off x="4634607" y="6512732"/>
            <a:ext cx="4503043" cy="3903633"/>
          </a:xfrm>
          <a:prstGeom prst="rect">
            <a:avLst/>
          </a:prstGeom>
        </p:spPr>
        <p:txBody>
          <a:bodyPr vert="horz" wrap="square" lIns="0" tIns="17780" rIns="0" bIns="0" rtlCol="0">
            <a:spAutoFit/>
          </a:bodyPr>
          <a:lstStyle/>
          <a:p>
            <a:pPr marL="26670" algn="just">
              <a:lnSpc>
                <a:spcPct val="100000"/>
              </a:lnSpc>
              <a:spcBef>
                <a:spcPts val="140"/>
              </a:spcBef>
              <a:spcAft>
                <a:spcPts val="600"/>
              </a:spcAft>
            </a:pPr>
            <a:r>
              <a:rPr sz="3150" dirty="0">
                <a:solidFill>
                  <a:srgbClr val="FFFFFF"/>
                </a:solidFill>
                <a:latin typeface="Futura PT Book"/>
                <a:cs typeface="Futura PT Book"/>
              </a:rPr>
              <a:t>GABRIEL </a:t>
            </a:r>
            <a:r>
              <a:rPr sz="3150" spc="-10" dirty="0">
                <a:solidFill>
                  <a:srgbClr val="FFFFFF"/>
                </a:solidFill>
                <a:latin typeface="Futura PT Book"/>
                <a:cs typeface="Futura PT Book"/>
              </a:rPr>
              <a:t>VENTURIM</a:t>
            </a:r>
            <a:endParaRPr sz="3150" dirty="0">
              <a:latin typeface="Futura PT Book"/>
              <a:cs typeface="Futura PT Book"/>
            </a:endParaRPr>
          </a:p>
          <a:p>
            <a:pPr algn="just">
              <a:spcAft>
                <a:spcPts val="600"/>
              </a:spcAft>
            </a:pPr>
            <a:r>
              <a:rPr lang="pt-BR" dirty="0">
                <a:solidFill>
                  <a:srgbClr val="FFFFFF"/>
                </a:solidFill>
                <a:latin typeface="Futura Lt BT Light"/>
                <a:cs typeface="Futura PT Book"/>
              </a:rPr>
              <a:t>Doutorando e Mestre</a:t>
            </a:r>
            <a:r>
              <a:rPr lang="pt-BR" spc="70" dirty="0">
                <a:solidFill>
                  <a:srgbClr val="FFFFFF"/>
                </a:solidFill>
                <a:latin typeface="Futura Lt BT Light"/>
                <a:cs typeface="Futura PT Book"/>
              </a:rPr>
              <a:t> </a:t>
            </a:r>
            <a:r>
              <a:rPr lang="pt-BR" dirty="0">
                <a:solidFill>
                  <a:srgbClr val="FFFFFF"/>
                </a:solidFill>
                <a:latin typeface="Futura Lt BT Light"/>
                <a:cs typeface="Futura PT Book"/>
              </a:rPr>
              <a:t>em</a:t>
            </a:r>
            <a:r>
              <a:rPr lang="pt-BR" spc="70" dirty="0">
                <a:solidFill>
                  <a:srgbClr val="FFFFFF"/>
                </a:solidFill>
                <a:latin typeface="Futura Lt BT Light"/>
                <a:cs typeface="Futura PT Book"/>
              </a:rPr>
              <a:t> </a:t>
            </a:r>
            <a:r>
              <a:rPr lang="pt-BR" dirty="0">
                <a:solidFill>
                  <a:srgbClr val="FFFFFF"/>
                </a:solidFill>
                <a:latin typeface="Futura Lt BT Light"/>
                <a:cs typeface="Futura PT Book"/>
              </a:rPr>
              <a:t>Administração</a:t>
            </a:r>
            <a:r>
              <a:rPr lang="pt-BR" spc="70" dirty="0">
                <a:solidFill>
                  <a:srgbClr val="FFFFFF"/>
                </a:solidFill>
                <a:latin typeface="Futura Lt BT Light"/>
                <a:cs typeface="Futura PT Book"/>
              </a:rPr>
              <a:t> </a:t>
            </a:r>
            <a:r>
              <a:rPr lang="pt-BR" spc="-20" dirty="0">
                <a:solidFill>
                  <a:srgbClr val="FFFFFF"/>
                </a:solidFill>
                <a:latin typeface="Futura Lt BT Light"/>
                <a:cs typeface="Futura PT Book"/>
              </a:rPr>
              <a:t>(FEA </a:t>
            </a:r>
            <a:r>
              <a:rPr lang="pt-BR" dirty="0">
                <a:solidFill>
                  <a:srgbClr val="FFFFFF"/>
                </a:solidFill>
                <a:latin typeface="Futura Lt BT Light"/>
                <a:cs typeface="Futura PT Book"/>
              </a:rPr>
              <a:t>USP),</a:t>
            </a:r>
            <a:r>
              <a:rPr lang="pt-BR" spc="385" dirty="0">
                <a:solidFill>
                  <a:srgbClr val="FFFFFF"/>
                </a:solidFill>
                <a:latin typeface="Futura Lt BT Light"/>
                <a:cs typeface="Futura PT Book"/>
              </a:rPr>
              <a:t> </a:t>
            </a:r>
            <a:r>
              <a:rPr lang="pt-BR" dirty="0">
                <a:solidFill>
                  <a:srgbClr val="FFFFFF"/>
                </a:solidFill>
                <a:latin typeface="Futura Lt BT Light"/>
                <a:cs typeface="Futura PT Book"/>
              </a:rPr>
              <a:t>Economista</a:t>
            </a:r>
            <a:r>
              <a:rPr lang="pt-BR" spc="390" dirty="0">
                <a:solidFill>
                  <a:srgbClr val="FFFFFF"/>
                </a:solidFill>
                <a:latin typeface="Futura Lt BT Light"/>
                <a:cs typeface="Futura PT Book"/>
              </a:rPr>
              <a:t> </a:t>
            </a:r>
            <a:r>
              <a:rPr lang="pt-BR" dirty="0">
                <a:solidFill>
                  <a:srgbClr val="FFFFFF"/>
                </a:solidFill>
                <a:latin typeface="Futura Lt BT Light"/>
                <a:cs typeface="Futura PT Book"/>
              </a:rPr>
              <a:t>(PUC-RJ)</a:t>
            </a:r>
            <a:r>
              <a:rPr lang="pt-BR" spc="390" dirty="0">
                <a:solidFill>
                  <a:srgbClr val="FFFFFF"/>
                </a:solidFill>
                <a:latin typeface="Futura Lt BT Light"/>
                <a:cs typeface="Futura PT Book"/>
              </a:rPr>
              <a:t> </a:t>
            </a:r>
            <a:r>
              <a:rPr lang="pt-BR" dirty="0">
                <a:solidFill>
                  <a:srgbClr val="FFFFFF"/>
                </a:solidFill>
                <a:latin typeface="Futura Lt BT Light"/>
                <a:cs typeface="Futura PT Book"/>
              </a:rPr>
              <a:t>e</a:t>
            </a:r>
            <a:r>
              <a:rPr lang="pt-BR" spc="390" dirty="0">
                <a:solidFill>
                  <a:srgbClr val="FFFFFF"/>
                </a:solidFill>
                <a:latin typeface="Futura Lt BT Light"/>
                <a:cs typeface="Futura PT Book"/>
              </a:rPr>
              <a:t> </a:t>
            </a:r>
            <a:r>
              <a:rPr lang="pt-BR" dirty="0">
                <a:solidFill>
                  <a:srgbClr val="FFFFFF"/>
                </a:solidFill>
                <a:latin typeface="Futura Lt BT Light"/>
                <a:cs typeface="Futura PT Book"/>
              </a:rPr>
              <a:t>MBA</a:t>
            </a:r>
            <a:r>
              <a:rPr lang="pt-BR" spc="390" dirty="0">
                <a:solidFill>
                  <a:srgbClr val="FFFFFF"/>
                </a:solidFill>
                <a:latin typeface="Futura Lt BT Light"/>
                <a:cs typeface="Futura PT Book"/>
              </a:rPr>
              <a:t> </a:t>
            </a:r>
            <a:r>
              <a:rPr lang="pt-BR" dirty="0">
                <a:solidFill>
                  <a:srgbClr val="FFFFFF"/>
                </a:solidFill>
                <a:latin typeface="Futura Lt BT Light"/>
                <a:cs typeface="Futura PT Book"/>
              </a:rPr>
              <a:t>em</a:t>
            </a:r>
            <a:r>
              <a:rPr lang="pt-BR" spc="390" dirty="0">
                <a:solidFill>
                  <a:srgbClr val="FFFFFF"/>
                </a:solidFill>
                <a:latin typeface="Futura Lt BT Light"/>
                <a:cs typeface="Futura PT Book"/>
              </a:rPr>
              <a:t> </a:t>
            </a:r>
            <a:r>
              <a:rPr lang="pt-BR" spc="-10" dirty="0">
                <a:solidFill>
                  <a:srgbClr val="FFFFFF"/>
                </a:solidFill>
                <a:latin typeface="Futura Lt BT Light"/>
                <a:cs typeface="Futura PT Book"/>
              </a:rPr>
              <a:t>Gestão </a:t>
            </a:r>
            <a:r>
              <a:rPr lang="pt-BR" dirty="0">
                <a:solidFill>
                  <a:srgbClr val="FFFFFF"/>
                </a:solidFill>
                <a:latin typeface="Futura Lt BT Light"/>
                <a:cs typeface="Futura PT Book"/>
              </a:rPr>
              <a:t>Empresarial</a:t>
            </a:r>
            <a:r>
              <a:rPr lang="pt-BR" spc="225" dirty="0">
                <a:solidFill>
                  <a:srgbClr val="FFFFFF"/>
                </a:solidFill>
                <a:latin typeface="Futura Lt BT Light"/>
                <a:cs typeface="Futura PT Book"/>
              </a:rPr>
              <a:t> </a:t>
            </a:r>
            <a:r>
              <a:rPr lang="pt-BR" dirty="0">
                <a:solidFill>
                  <a:srgbClr val="FFFFFF"/>
                </a:solidFill>
                <a:latin typeface="Futura Lt BT Light"/>
                <a:cs typeface="Futura PT Book"/>
              </a:rPr>
              <a:t>(FIA),</a:t>
            </a:r>
            <a:r>
              <a:rPr lang="pt-BR" spc="225" dirty="0">
                <a:solidFill>
                  <a:srgbClr val="FFFFFF"/>
                </a:solidFill>
                <a:latin typeface="Futura Lt BT Light"/>
                <a:cs typeface="Futura PT Book"/>
              </a:rPr>
              <a:t> </a:t>
            </a:r>
            <a:r>
              <a:rPr lang="pt-BR" dirty="0">
                <a:solidFill>
                  <a:srgbClr val="FFFFFF"/>
                </a:solidFill>
                <a:latin typeface="Futura Lt BT Light"/>
                <a:cs typeface="Futura PT Book"/>
              </a:rPr>
              <a:t>atua</a:t>
            </a:r>
            <a:r>
              <a:rPr lang="pt-BR" spc="225" dirty="0">
                <a:solidFill>
                  <a:srgbClr val="FFFFFF"/>
                </a:solidFill>
                <a:latin typeface="Futura Lt BT Light"/>
                <a:cs typeface="Futura PT Book"/>
              </a:rPr>
              <a:t> </a:t>
            </a:r>
            <a:r>
              <a:rPr lang="pt-BR" dirty="0">
                <a:solidFill>
                  <a:srgbClr val="FFFFFF"/>
                </a:solidFill>
                <a:latin typeface="Futura Lt BT Light"/>
                <a:cs typeface="Futura PT Book"/>
              </a:rPr>
              <a:t>no</a:t>
            </a:r>
            <a:r>
              <a:rPr lang="pt-BR" spc="229" dirty="0">
                <a:solidFill>
                  <a:srgbClr val="FFFFFF"/>
                </a:solidFill>
                <a:latin typeface="Futura Lt BT Light"/>
                <a:cs typeface="Futura PT Book"/>
              </a:rPr>
              <a:t>   </a:t>
            </a:r>
            <a:r>
              <a:rPr lang="pt-BR" dirty="0">
                <a:solidFill>
                  <a:srgbClr val="FFFFFF"/>
                </a:solidFill>
                <a:latin typeface="Futura Lt BT Light"/>
                <a:cs typeface="Futura PT Book"/>
              </a:rPr>
              <a:t>mercado</a:t>
            </a:r>
            <a:r>
              <a:rPr lang="pt-BR" spc="225" dirty="0">
                <a:solidFill>
                  <a:srgbClr val="FFFFFF"/>
                </a:solidFill>
                <a:latin typeface="Futura Lt BT Light"/>
                <a:cs typeface="Futura PT Book"/>
              </a:rPr>
              <a:t> </a:t>
            </a:r>
            <a:r>
              <a:rPr lang="pt-BR" spc="-25" dirty="0">
                <a:solidFill>
                  <a:srgbClr val="FFFFFF"/>
                </a:solidFill>
                <a:latin typeface="Futura Lt BT Light"/>
                <a:cs typeface="Futura PT Book"/>
              </a:rPr>
              <a:t>de </a:t>
            </a:r>
            <a:r>
              <a:rPr lang="pt-BR" dirty="0">
                <a:solidFill>
                  <a:srgbClr val="FFFFFF"/>
                </a:solidFill>
                <a:latin typeface="Futura Lt BT Light"/>
                <a:cs typeface="Futura PT Book"/>
              </a:rPr>
              <a:t>consultoria</a:t>
            </a:r>
            <a:r>
              <a:rPr lang="pt-BR" spc="105" dirty="0">
                <a:solidFill>
                  <a:srgbClr val="FFFFFF"/>
                </a:solidFill>
                <a:latin typeface="Futura Lt BT Light"/>
                <a:cs typeface="Futura PT Book"/>
              </a:rPr>
              <a:t> </a:t>
            </a:r>
            <a:r>
              <a:rPr lang="pt-BR" dirty="0">
                <a:solidFill>
                  <a:srgbClr val="FFFFFF"/>
                </a:solidFill>
                <a:latin typeface="Futura Lt BT Light"/>
                <a:cs typeface="Futura PT Book"/>
              </a:rPr>
              <a:t>há</a:t>
            </a:r>
            <a:r>
              <a:rPr lang="pt-BR" spc="110" dirty="0">
                <a:solidFill>
                  <a:srgbClr val="FFFFFF"/>
                </a:solidFill>
                <a:latin typeface="Futura Lt BT Light"/>
                <a:cs typeface="Futura PT Book"/>
              </a:rPr>
              <a:t> </a:t>
            </a:r>
            <a:r>
              <a:rPr lang="pt-BR" dirty="0">
                <a:solidFill>
                  <a:srgbClr val="FFFFFF"/>
                </a:solidFill>
                <a:latin typeface="Futura Lt BT Light"/>
                <a:cs typeface="Futura PT Book"/>
              </a:rPr>
              <a:t>mais</a:t>
            </a:r>
            <a:r>
              <a:rPr lang="pt-BR" spc="105" dirty="0">
                <a:solidFill>
                  <a:srgbClr val="FFFFFF"/>
                </a:solidFill>
                <a:latin typeface="Futura Lt BT Light"/>
                <a:cs typeface="Futura PT Book"/>
              </a:rPr>
              <a:t> </a:t>
            </a:r>
            <a:r>
              <a:rPr lang="pt-BR" dirty="0">
                <a:solidFill>
                  <a:srgbClr val="FFFFFF"/>
                </a:solidFill>
                <a:latin typeface="Futura Lt BT Light"/>
                <a:cs typeface="Futura PT Book"/>
              </a:rPr>
              <a:t>de</a:t>
            </a:r>
            <a:r>
              <a:rPr lang="pt-BR" spc="110" dirty="0">
                <a:solidFill>
                  <a:srgbClr val="FFFFFF"/>
                </a:solidFill>
                <a:latin typeface="Futura Lt BT Light"/>
                <a:cs typeface="Futura PT Book"/>
              </a:rPr>
              <a:t> </a:t>
            </a:r>
            <a:r>
              <a:rPr lang="pt-BR" spc="-25" dirty="0">
                <a:solidFill>
                  <a:srgbClr val="FFFFFF"/>
                </a:solidFill>
                <a:latin typeface="Futura Lt BT Light"/>
                <a:cs typeface="Futura PT Book"/>
              </a:rPr>
              <a:t>15</a:t>
            </a:r>
            <a:r>
              <a:rPr lang="pt-BR" spc="105" dirty="0">
                <a:solidFill>
                  <a:srgbClr val="FFFFFF"/>
                </a:solidFill>
                <a:latin typeface="Futura Lt BT Light"/>
                <a:cs typeface="Futura PT Book"/>
              </a:rPr>
              <a:t> </a:t>
            </a:r>
            <a:r>
              <a:rPr lang="pt-BR" dirty="0">
                <a:solidFill>
                  <a:srgbClr val="FFFFFF"/>
                </a:solidFill>
                <a:latin typeface="Futura Lt BT Light"/>
                <a:cs typeface="Futura PT Book"/>
              </a:rPr>
              <a:t>anos,</a:t>
            </a:r>
            <a:r>
              <a:rPr lang="pt-BR" spc="110" dirty="0">
                <a:solidFill>
                  <a:srgbClr val="FFFFFF"/>
                </a:solidFill>
                <a:latin typeface="Futura Lt BT Light"/>
                <a:cs typeface="Futura PT Book"/>
              </a:rPr>
              <a:t> </a:t>
            </a:r>
            <a:r>
              <a:rPr lang="pt-BR" dirty="0">
                <a:solidFill>
                  <a:srgbClr val="FFFFFF"/>
                </a:solidFill>
                <a:latin typeface="Futura Lt BT Light"/>
                <a:cs typeface="Futura PT Book"/>
              </a:rPr>
              <a:t>tendo</a:t>
            </a:r>
            <a:r>
              <a:rPr lang="pt-BR" spc="110" dirty="0">
                <a:solidFill>
                  <a:srgbClr val="FFFFFF"/>
                </a:solidFill>
                <a:latin typeface="Futura Lt BT Light"/>
                <a:cs typeface="Futura PT Book"/>
              </a:rPr>
              <a:t> </a:t>
            </a:r>
            <a:r>
              <a:rPr lang="pt-BR" spc="-10" dirty="0">
                <a:solidFill>
                  <a:srgbClr val="FFFFFF"/>
                </a:solidFill>
                <a:latin typeface="Futura Lt BT Light"/>
                <a:cs typeface="Futura PT Book"/>
              </a:rPr>
              <a:t>realizado projetos </a:t>
            </a:r>
            <a:r>
              <a:rPr lang="pt-BR" spc="-25" dirty="0">
                <a:solidFill>
                  <a:srgbClr val="FFFFFF"/>
                </a:solidFill>
                <a:latin typeface="Futura Lt BT Light"/>
                <a:cs typeface="Futura PT Book"/>
              </a:rPr>
              <a:t>de </a:t>
            </a:r>
            <a:r>
              <a:rPr lang="pt-BR" spc="-10" dirty="0">
                <a:solidFill>
                  <a:srgbClr val="FFFFFF"/>
                </a:solidFill>
                <a:latin typeface="Futura Lt BT Light"/>
                <a:cs typeface="Futura PT Book"/>
              </a:rPr>
              <a:t>Fusões </a:t>
            </a:r>
            <a:r>
              <a:rPr lang="pt-BR" spc="-50" dirty="0">
                <a:solidFill>
                  <a:srgbClr val="FFFFFF"/>
                </a:solidFill>
                <a:latin typeface="Futura Lt BT Light"/>
                <a:cs typeface="Futura PT Book"/>
              </a:rPr>
              <a:t>e </a:t>
            </a:r>
            <a:r>
              <a:rPr lang="pt-BR" spc="-10" dirty="0">
                <a:solidFill>
                  <a:srgbClr val="FFFFFF"/>
                </a:solidFill>
                <a:latin typeface="Futura Lt BT Light"/>
                <a:cs typeface="Futura PT Book"/>
              </a:rPr>
              <a:t>Aquisições, Estratégia, </a:t>
            </a:r>
            <a:r>
              <a:rPr lang="pt-BR" dirty="0">
                <a:solidFill>
                  <a:srgbClr val="FFFFFF"/>
                </a:solidFill>
                <a:latin typeface="Futura Lt BT Light"/>
                <a:cs typeface="Futura PT Book"/>
              </a:rPr>
              <a:t>Governança</a:t>
            </a:r>
            <a:r>
              <a:rPr lang="pt-BR" spc="440" dirty="0">
                <a:solidFill>
                  <a:srgbClr val="FFFFFF"/>
                </a:solidFill>
                <a:latin typeface="Futura Lt BT Light"/>
                <a:cs typeface="Futura PT Book"/>
              </a:rPr>
              <a:t> </a:t>
            </a:r>
            <a:r>
              <a:rPr lang="pt-BR" dirty="0">
                <a:solidFill>
                  <a:srgbClr val="FFFFFF"/>
                </a:solidFill>
                <a:latin typeface="Futura Lt BT Light"/>
                <a:cs typeface="Futura PT Book"/>
              </a:rPr>
              <a:t>Corporativa</a:t>
            </a:r>
            <a:r>
              <a:rPr lang="pt-BR" spc="455" dirty="0">
                <a:solidFill>
                  <a:srgbClr val="FFFFFF"/>
                </a:solidFill>
                <a:latin typeface="Futura Lt BT Light"/>
                <a:cs typeface="Futura PT Book"/>
              </a:rPr>
              <a:t> </a:t>
            </a:r>
            <a:r>
              <a:rPr lang="pt-BR" dirty="0">
                <a:solidFill>
                  <a:srgbClr val="FFFFFF"/>
                </a:solidFill>
                <a:latin typeface="Futura Lt BT Light"/>
                <a:cs typeface="Futura PT Book"/>
              </a:rPr>
              <a:t>e</a:t>
            </a:r>
            <a:r>
              <a:rPr lang="pt-BR" spc="455" dirty="0">
                <a:solidFill>
                  <a:srgbClr val="FFFFFF"/>
                </a:solidFill>
                <a:latin typeface="Futura Lt BT Light"/>
                <a:cs typeface="Futura PT Book"/>
              </a:rPr>
              <a:t> </a:t>
            </a:r>
            <a:r>
              <a:rPr lang="pt-BR" dirty="0">
                <a:solidFill>
                  <a:srgbClr val="FFFFFF"/>
                </a:solidFill>
                <a:latin typeface="Futura Lt BT Light"/>
                <a:cs typeface="Futura PT Book"/>
              </a:rPr>
              <a:t>Valuation.</a:t>
            </a:r>
            <a:r>
              <a:rPr lang="pt-BR" spc="455" dirty="0">
                <a:solidFill>
                  <a:srgbClr val="FFFFFF"/>
                </a:solidFill>
                <a:latin typeface="Futura Lt BT Light"/>
                <a:cs typeface="Futura PT Book"/>
              </a:rPr>
              <a:t> </a:t>
            </a:r>
            <a:r>
              <a:rPr lang="pt-BR" spc="-10" dirty="0">
                <a:solidFill>
                  <a:srgbClr val="FFFFFF"/>
                </a:solidFill>
                <a:latin typeface="Futura Lt BT Light"/>
                <a:cs typeface="Futura PT Book"/>
              </a:rPr>
              <a:t>Também </a:t>
            </a:r>
            <a:r>
              <a:rPr lang="pt-BR" dirty="0">
                <a:solidFill>
                  <a:srgbClr val="FFFFFF"/>
                </a:solidFill>
                <a:latin typeface="Futura Lt BT Light"/>
                <a:cs typeface="Futura PT Book"/>
              </a:rPr>
              <a:t>atua</a:t>
            </a:r>
            <a:r>
              <a:rPr lang="pt-BR" spc="-45" dirty="0">
                <a:solidFill>
                  <a:srgbClr val="FFFFFF"/>
                </a:solidFill>
                <a:latin typeface="Futura Lt BT Light"/>
                <a:cs typeface="Futura PT Book"/>
              </a:rPr>
              <a:t> </a:t>
            </a:r>
            <a:r>
              <a:rPr lang="pt-BR" dirty="0">
                <a:solidFill>
                  <a:srgbClr val="FFFFFF"/>
                </a:solidFill>
                <a:latin typeface="Futura Lt BT Light"/>
                <a:cs typeface="Futura PT Book"/>
              </a:rPr>
              <a:t>como</a:t>
            </a:r>
            <a:r>
              <a:rPr lang="pt-BR" spc="-45" dirty="0">
                <a:solidFill>
                  <a:srgbClr val="FFFFFF"/>
                </a:solidFill>
                <a:latin typeface="Futura Lt BT Light"/>
                <a:cs typeface="Futura PT Book"/>
              </a:rPr>
              <a:t> </a:t>
            </a:r>
            <a:r>
              <a:rPr lang="pt-BR" spc="-10" dirty="0">
                <a:solidFill>
                  <a:srgbClr val="FFFFFF"/>
                </a:solidFill>
                <a:latin typeface="Futura Lt BT Light"/>
                <a:cs typeface="Futura PT Book"/>
              </a:rPr>
              <a:t>Conselheiro</a:t>
            </a:r>
            <a:r>
              <a:rPr lang="pt-BR" spc="-40" dirty="0">
                <a:solidFill>
                  <a:srgbClr val="FFFFFF"/>
                </a:solidFill>
                <a:latin typeface="Futura Lt BT Light"/>
                <a:cs typeface="Futura PT Book"/>
              </a:rPr>
              <a:t> </a:t>
            </a:r>
            <a:r>
              <a:rPr lang="pt-BR" dirty="0">
                <a:solidFill>
                  <a:srgbClr val="FFFFFF"/>
                </a:solidFill>
                <a:latin typeface="Futura Lt BT Light"/>
                <a:cs typeface="Futura PT Book"/>
              </a:rPr>
              <a:t>de</a:t>
            </a:r>
            <a:r>
              <a:rPr lang="pt-BR" spc="-45" dirty="0">
                <a:solidFill>
                  <a:srgbClr val="FFFFFF"/>
                </a:solidFill>
                <a:latin typeface="Futura Lt BT Light"/>
                <a:cs typeface="Futura PT Book"/>
              </a:rPr>
              <a:t> </a:t>
            </a:r>
            <a:r>
              <a:rPr lang="pt-BR" spc="-10" dirty="0">
                <a:solidFill>
                  <a:srgbClr val="FFFFFF"/>
                </a:solidFill>
                <a:latin typeface="Futura Lt BT Light"/>
                <a:cs typeface="Futura PT Book"/>
              </a:rPr>
              <a:t>Administração,</a:t>
            </a:r>
            <a:r>
              <a:rPr lang="pt-BR" spc="-40" dirty="0">
                <a:solidFill>
                  <a:srgbClr val="FFFFFF"/>
                </a:solidFill>
                <a:latin typeface="Futura Lt BT Light"/>
                <a:cs typeface="Futura PT Book"/>
              </a:rPr>
              <a:t> </a:t>
            </a:r>
            <a:r>
              <a:rPr lang="pt-BR" spc="-10" dirty="0">
                <a:solidFill>
                  <a:srgbClr val="FFFFFF"/>
                </a:solidFill>
                <a:latin typeface="Futura Lt BT Light"/>
                <a:cs typeface="Futura PT Book"/>
              </a:rPr>
              <a:t>Mentor </a:t>
            </a:r>
            <a:r>
              <a:rPr lang="pt-BR" dirty="0">
                <a:solidFill>
                  <a:srgbClr val="FFFFFF"/>
                </a:solidFill>
                <a:latin typeface="Futura Lt BT Light"/>
                <a:cs typeface="Futura PT Book"/>
              </a:rPr>
              <a:t>de </a:t>
            </a:r>
            <a:r>
              <a:rPr lang="pt-BR" spc="-10" dirty="0">
                <a:solidFill>
                  <a:srgbClr val="FFFFFF"/>
                </a:solidFill>
                <a:latin typeface="Futura Lt BT Light"/>
              </a:rPr>
              <a:t>startups e é professor de empreendedorismo e</a:t>
            </a:r>
            <a:r>
              <a:rPr lang="es-419" spc="-10" dirty="0">
                <a:solidFill>
                  <a:srgbClr val="FFFFFF"/>
                </a:solidFill>
                <a:latin typeface="Futura Lt BT Light"/>
              </a:rPr>
              <a:t> </a:t>
            </a:r>
            <a:r>
              <a:rPr lang="es-419" spc="-10" dirty="0" err="1">
                <a:solidFill>
                  <a:srgbClr val="FFFFFF"/>
                </a:solidFill>
                <a:latin typeface="Futura Lt BT Light"/>
              </a:rPr>
              <a:t>finanças</a:t>
            </a:r>
            <a:r>
              <a:rPr lang="es-419" spc="-10" dirty="0">
                <a:solidFill>
                  <a:srgbClr val="FFFFFF"/>
                </a:solidFill>
                <a:latin typeface="Futura Lt BT Light"/>
              </a:rPr>
              <a:t> em </a:t>
            </a:r>
            <a:r>
              <a:rPr lang="es-419" spc="-10" dirty="0" err="1">
                <a:solidFill>
                  <a:srgbClr val="FFFFFF"/>
                </a:solidFill>
                <a:latin typeface="Futura Lt BT Light"/>
              </a:rPr>
              <a:t>renomadas</a:t>
            </a:r>
            <a:r>
              <a:rPr lang="es-419" spc="-10" dirty="0">
                <a:solidFill>
                  <a:srgbClr val="FFFFFF"/>
                </a:solidFill>
                <a:latin typeface="Futura Lt BT Light"/>
              </a:rPr>
              <a:t> </a:t>
            </a:r>
            <a:r>
              <a:rPr lang="pt-BR" spc="-10" dirty="0">
                <a:solidFill>
                  <a:srgbClr val="FFFFFF"/>
                </a:solidFill>
                <a:latin typeface="Futura Lt BT Light"/>
              </a:rPr>
              <a:t>instituições de ensino no Brasil.</a:t>
            </a:r>
          </a:p>
        </p:txBody>
      </p:sp>
      <p:sp>
        <p:nvSpPr>
          <p:cNvPr id="20" name="object 20"/>
          <p:cNvSpPr txBox="1"/>
          <p:nvPr/>
        </p:nvSpPr>
        <p:spPr>
          <a:xfrm>
            <a:off x="4246004" y="9020564"/>
            <a:ext cx="4683760" cy="303673"/>
          </a:xfrm>
          <a:prstGeom prst="rect">
            <a:avLst/>
          </a:prstGeom>
        </p:spPr>
        <p:txBody>
          <a:bodyPr vert="horz" wrap="square" lIns="0" tIns="11430" rIns="0" bIns="0" rtlCol="0">
            <a:spAutoFit/>
          </a:bodyPr>
          <a:lstStyle/>
          <a:p>
            <a:pPr marL="12700" marR="5080">
              <a:lnSpc>
                <a:spcPct val="101600"/>
              </a:lnSpc>
              <a:spcBef>
                <a:spcPts val="90"/>
              </a:spcBef>
            </a:pPr>
            <a:endParaRPr lang="es-419" sz="1900" dirty="0">
              <a:latin typeface="Futura PT Book"/>
              <a:cs typeface="Futura PT Book"/>
            </a:endParaRPr>
          </a:p>
        </p:txBody>
      </p:sp>
      <p:sp>
        <p:nvSpPr>
          <p:cNvPr id="24" name="object 24"/>
          <p:cNvSpPr txBox="1"/>
          <p:nvPr/>
        </p:nvSpPr>
        <p:spPr>
          <a:xfrm>
            <a:off x="14861080" y="6459543"/>
            <a:ext cx="4775200" cy="628377"/>
          </a:xfrm>
          <a:prstGeom prst="rect">
            <a:avLst/>
          </a:prstGeom>
        </p:spPr>
        <p:txBody>
          <a:bodyPr vert="horz" wrap="square" lIns="0" tIns="88900" rIns="0" bIns="0" rtlCol="0">
            <a:spAutoFit/>
          </a:bodyPr>
          <a:lstStyle/>
          <a:p>
            <a:pPr marL="23495">
              <a:lnSpc>
                <a:spcPct val="100000"/>
              </a:lnSpc>
              <a:spcBef>
                <a:spcPts val="700"/>
              </a:spcBef>
            </a:pPr>
            <a:r>
              <a:rPr sz="3500" dirty="0">
                <a:solidFill>
                  <a:srgbClr val="FFFFFF"/>
                </a:solidFill>
                <a:latin typeface="Futura PT Book"/>
                <a:cs typeface="Futura PT Book"/>
              </a:rPr>
              <a:t>LUCAS</a:t>
            </a:r>
            <a:r>
              <a:rPr sz="3500" spc="-145" dirty="0">
                <a:solidFill>
                  <a:srgbClr val="FFFFFF"/>
                </a:solidFill>
                <a:latin typeface="Futura PT Book"/>
                <a:cs typeface="Futura PT Book"/>
              </a:rPr>
              <a:t> </a:t>
            </a:r>
            <a:r>
              <a:rPr sz="3500" spc="-10" dirty="0">
                <a:solidFill>
                  <a:srgbClr val="FFFFFF"/>
                </a:solidFill>
                <a:latin typeface="Futura PT Book"/>
                <a:cs typeface="Futura PT Book"/>
              </a:rPr>
              <a:t>PASQUALINI</a:t>
            </a:r>
            <a:endParaRPr sz="3500" dirty="0">
              <a:latin typeface="Futura PT Book"/>
              <a:cs typeface="Futura PT Book"/>
            </a:endParaRPr>
          </a:p>
        </p:txBody>
      </p:sp>
      <p:sp>
        <p:nvSpPr>
          <p:cNvPr id="25" name="object 25"/>
          <p:cNvSpPr txBox="1"/>
          <p:nvPr/>
        </p:nvSpPr>
        <p:spPr>
          <a:xfrm>
            <a:off x="14785148" y="7123661"/>
            <a:ext cx="4775835" cy="3135474"/>
          </a:xfrm>
          <a:prstGeom prst="rect">
            <a:avLst/>
          </a:prstGeom>
        </p:spPr>
        <p:txBody>
          <a:bodyPr vert="horz" wrap="square" lIns="0" tIns="11430" rIns="0" bIns="0" rtlCol="0">
            <a:spAutoFit/>
          </a:bodyPr>
          <a:lstStyle/>
          <a:p>
            <a:pPr marL="12700" marR="5080" algn="just">
              <a:spcAft>
                <a:spcPts val="600"/>
              </a:spcAft>
            </a:pPr>
            <a:r>
              <a:rPr lang="pt-BR" spc="-10" dirty="0">
                <a:solidFill>
                  <a:srgbClr val="FFFFFF"/>
                </a:solidFill>
                <a:latin typeface="Futura Lt BT Light"/>
                <a:cs typeface="Futura PT Book"/>
              </a:rPr>
              <a:t>Engenheiro (UFF    e UPC - Barcelona) e Bacharel em Contabilidade (UNESA), com Pós-Graduação em Direito Societário e Mercados de Capitais (FGV-RJ) e Extensão em Finanças e Contabilidade pela </a:t>
            </a:r>
            <a:r>
              <a:rPr lang="pt-BR" spc="-10" dirty="0" err="1">
                <a:solidFill>
                  <a:srgbClr val="FFFFFF"/>
                </a:solidFill>
                <a:latin typeface="Futura Lt BT Light"/>
                <a:cs typeface="Futura PT Book"/>
              </a:rPr>
              <a:t>University</a:t>
            </a:r>
            <a:r>
              <a:rPr lang="pt-BR" spc="-10" dirty="0">
                <a:solidFill>
                  <a:srgbClr val="FFFFFF"/>
                </a:solidFill>
                <a:latin typeface="Futura Lt BT Light"/>
                <a:cs typeface="Futura PT Book"/>
              </a:rPr>
              <a:t> of La Verne,  EUA,  atua há mais de 10 anos no mercado de avaliação, em reestruturações societárias, operações de M&amp;A e avaliação de empresas e ativos.</a:t>
            </a:r>
          </a:p>
          <a:p>
            <a:pPr marL="12700" marR="5080" algn="just">
              <a:spcAft>
                <a:spcPts val="600"/>
              </a:spcAft>
            </a:pPr>
            <a:r>
              <a:rPr lang="pt-BR" spc="-10" dirty="0">
                <a:solidFill>
                  <a:srgbClr val="FFFFFF"/>
                </a:solidFill>
                <a:latin typeface="Futura Lt BT Light"/>
                <a:cs typeface="Futura PT Book"/>
              </a:rPr>
              <a:t>Desde 2023 é </a:t>
            </a:r>
            <a:r>
              <a:rPr lang="pt-BR" spc="-10" dirty="0" err="1">
                <a:solidFill>
                  <a:srgbClr val="FFFFFF"/>
                </a:solidFill>
                <a:latin typeface="Futura Lt BT Light"/>
                <a:cs typeface="Futura PT Book"/>
              </a:rPr>
              <a:t>Accredited</a:t>
            </a:r>
            <a:r>
              <a:rPr lang="pt-BR" spc="-10" dirty="0">
                <a:solidFill>
                  <a:srgbClr val="FFFFFF"/>
                </a:solidFill>
                <a:latin typeface="Futura Lt BT Light"/>
                <a:cs typeface="Futura PT Book"/>
              </a:rPr>
              <a:t> </a:t>
            </a:r>
            <a:r>
              <a:rPr lang="pt-BR" spc="-10" dirty="0" err="1">
                <a:solidFill>
                  <a:srgbClr val="FFFFFF"/>
                </a:solidFill>
                <a:latin typeface="Futura Lt BT Light"/>
                <a:cs typeface="Futura PT Book"/>
              </a:rPr>
              <a:t>Senior</a:t>
            </a:r>
            <a:r>
              <a:rPr lang="pt-BR" spc="-10" dirty="0">
                <a:solidFill>
                  <a:srgbClr val="FFFFFF"/>
                </a:solidFill>
                <a:latin typeface="Futura Lt BT Light"/>
                <a:cs typeface="Futura PT Book"/>
              </a:rPr>
              <a:t> </a:t>
            </a:r>
            <a:r>
              <a:rPr lang="pt-BR" spc="-10" dirty="0" err="1">
                <a:solidFill>
                  <a:srgbClr val="FFFFFF"/>
                </a:solidFill>
                <a:latin typeface="Futura Lt BT Light"/>
                <a:cs typeface="Futura PT Book"/>
              </a:rPr>
              <a:t>Appraiser</a:t>
            </a:r>
            <a:r>
              <a:rPr lang="pt-BR" spc="-10" dirty="0">
                <a:solidFill>
                  <a:srgbClr val="FFFFFF"/>
                </a:solidFill>
                <a:latin typeface="Futura Lt BT Light"/>
                <a:cs typeface="Futura PT Book"/>
              </a:rPr>
              <a:t> da American Society of </a:t>
            </a:r>
            <a:r>
              <a:rPr lang="pt-BR" spc="-10" dirty="0" err="1">
                <a:solidFill>
                  <a:srgbClr val="FFFFFF"/>
                </a:solidFill>
                <a:latin typeface="Futura Lt BT Light"/>
                <a:cs typeface="Futura PT Book"/>
              </a:rPr>
              <a:t>Appraisers</a:t>
            </a:r>
            <a:r>
              <a:rPr lang="pt-BR" spc="-10" dirty="0">
                <a:solidFill>
                  <a:srgbClr val="FFFFFF"/>
                </a:solidFill>
                <a:latin typeface="Futura Lt BT Light"/>
                <a:cs typeface="Futura PT Book"/>
              </a:rPr>
              <a:t> (ASA).</a:t>
            </a:r>
            <a:endParaRPr lang="pt-BR" dirty="0">
              <a:latin typeface="Futura Lt BT Light"/>
              <a:cs typeface="Futura PT Book"/>
            </a:endParaRPr>
          </a:p>
        </p:txBody>
      </p:sp>
      <p:grpSp>
        <p:nvGrpSpPr>
          <p:cNvPr id="27" name="object 27"/>
          <p:cNvGrpSpPr/>
          <p:nvPr/>
        </p:nvGrpSpPr>
        <p:grpSpPr>
          <a:xfrm>
            <a:off x="325120" y="1339767"/>
            <a:ext cx="19580860" cy="8756650"/>
            <a:chOff x="325120" y="1339767"/>
            <a:chExt cx="19580860" cy="8756650"/>
          </a:xfrm>
        </p:grpSpPr>
        <p:sp>
          <p:nvSpPr>
            <p:cNvPr id="28" name="object 28"/>
            <p:cNvSpPr/>
            <p:nvPr/>
          </p:nvSpPr>
          <p:spPr>
            <a:xfrm>
              <a:off x="325120" y="6536277"/>
              <a:ext cx="19580860" cy="3560445"/>
            </a:xfrm>
            <a:custGeom>
              <a:avLst/>
              <a:gdLst/>
              <a:ahLst/>
              <a:cxnLst/>
              <a:rect l="l" t="t" r="r" b="b"/>
              <a:pathLst>
                <a:path w="19580860" h="3560445">
                  <a:moveTo>
                    <a:pt x="20942" y="0"/>
                  </a:moveTo>
                  <a:lnTo>
                    <a:pt x="0" y="0"/>
                  </a:lnTo>
                  <a:lnTo>
                    <a:pt x="0" y="3560102"/>
                  </a:lnTo>
                  <a:lnTo>
                    <a:pt x="20942" y="3560102"/>
                  </a:lnTo>
                  <a:lnTo>
                    <a:pt x="20942" y="0"/>
                  </a:lnTo>
                  <a:close/>
                </a:path>
                <a:path w="19580860" h="3560445">
                  <a:moveTo>
                    <a:pt x="19580556" y="0"/>
                  </a:moveTo>
                  <a:lnTo>
                    <a:pt x="19559613" y="0"/>
                  </a:lnTo>
                  <a:lnTo>
                    <a:pt x="19559613" y="3560102"/>
                  </a:lnTo>
                  <a:lnTo>
                    <a:pt x="19580556" y="3560102"/>
                  </a:lnTo>
                  <a:lnTo>
                    <a:pt x="19580556" y="0"/>
                  </a:lnTo>
                  <a:close/>
                </a:path>
              </a:pathLst>
            </a:custGeom>
            <a:solidFill>
              <a:srgbClr val="C99C7B"/>
            </a:solidFill>
          </p:spPr>
          <p:txBody>
            <a:bodyPr wrap="square" lIns="0" tIns="0" rIns="0" bIns="0" rtlCol="0"/>
            <a:lstStyle/>
            <a:p>
              <a:endParaRPr/>
            </a:p>
          </p:txBody>
        </p:sp>
        <p:sp>
          <p:nvSpPr>
            <p:cNvPr id="29" name="object 29"/>
            <p:cNvSpPr/>
            <p:nvPr/>
          </p:nvSpPr>
          <p:spPr>
            <a:xfrm>
              <a:off x="17264964" y="1339779"/>
              <a:ext cx="2133600" cy="2976880"/>
            </a:xfrm>
            <a:custGeom>
              <a:avLst/>
              <a:gdLst/>
              <a:ahLst/>
              <a:cxnLst/>
              <a:rect l="l" t="t" r="r" b="b"/>
              <a:pathLst>
                <a:path w="2133600" h="2976879">
                  <a:moveTo>
                    <a:pt x="2133447" y="2463342"/>
                  </a:moveTo>
                  <a:lnTo>
                    <a:pt x="2120074" y="2446413"/>
                  </a:lnTo>
                  <a:lnTo>
                    <a:pt x="2107031" y="2429218"/>
                  </a:lnTo>
                  <a:lnTo>
                    <a:pt x="2083168" y="2405583"/>
                  </a:lnTo>
                  <a:lnTo>
                    <a:pt x="2037854" y="2348065"/>
                  </a:lnTo>
                  <a:lnTo>
                    <a:pt x="2016518" y="2314448"/>
                  </a:lnTo>
                  <a:lnTo>
                    <a:pt x="1996122" y="2277783"/>
                  </a:lnTo>
                  <a:lnTo>
                    <a:pt x="1976729" y="2238184"/>
                  </a:lnTo>
                  <a:lnTo>
                    <a:pt x="1958390" y="2195804"/>
                  </a:lnTo>
                  <a:lnTo>
                    <a:pt x="1941169" y="2150757"/>
                  </a:lnTo>
                  <a:lnTo>
                    <a:pt x="1925129" y="2103208"/>
                  </a:lnTo>
                  <a:lnTo>
                    <a:pt x="1910295" y="2053259"/>
                  </a:lnTo>
                  <a:lnTo>
                    <a:pt x="1896757" y="2001050"/>
                  </a:lnTo>
                  <a:lnTo>
                    <a:pt x="1884553" y="1946732"/>
                  </a:lnTo>
                  <a:lnTo>
                    <a:pt x="1873732" y="1890433"/>
                  </a:lnTo>
                  <a:lnTo>
                    <a:pt x="1864360" y="1832279"/>
                  </a:lnTo>
                  <a:lnTo>
                    <a:pt x="1856486" y="1772399"/>
                  </a:lnTo>
                  <a:lnTo>
                    <a:pt x="1850174" y="1710956"/>
                  </a:lnTo>
                  <a:lnTo>
                    <a:pt x="1845475" y="1648040"/>
                  </a:lnTo>
                  <a:lnTo>
                    <a:pt x="1842452" y="1583829"/>
                  </a:lnTo>
                  <a:lnTo>
                    <a:pt x="282968" y="1583829"/>
                  </a:lnTo>
                  <a:lnTo>
                    <a:pt x="279996" y="1647024"/>
                  </a:lnTo>
                  <a:lnTo>
                    <a:pt x="275399" y="1708950"/>
                  </a:lnTo>
                  <a:lnTo>
                    <a:pt x="269252" y="1769465"/>
                  </a:lnTo>
                  <a:lnTo>
                    <a:pt x="261594" y="1828457"/>
                  </a:lnTo>
                  <a:lnTo>
                    <a:pt x="252476" y="1885797"/>
                  </a:lnTo>
                  <a:lnTo>
                    <a:pt x="241960" y="1941347"/>
                  </a:lnTo>
                  <a:lnTo>
                    <a:pt x="230085" y="1995004"/>
                  </a:lnTo>
                  <a:lnTo>
                    <a:pt x="216916" y="2046605"/>
                  </a:lnTo>
                  <a:lnTo>
                    <a:pt x="202501" y="2096058"/>
                  </a:lnTo>
                  <a:lnTo>
                    <a:pt x="186905" y="2143214"/>
                  </a:lnTo>
                  <a:lnTo>
                    <a:pt x="170154" y="2187943"/>
                  </a:lnTo>
                  <a:lnTo>
                    <a:pt x="152323" y="2230132"/>
                  </a:lnTo>
                  <a:lnTo>
                    <a:pt x="133451" y="2269655"/>
                  </a:lnTo>
                  <a:lnTo>
                    <a:pt x="113601" y="2306370"/>
                  </a:lnTo>
                  <a:lnTo>
                    <a:pt x="92811" y="2340152"/>
                  </a:lnTo>
                  <a:lnTo>
                    <a:pt x="48666" y="2398433"/>
                  </a:lnTo>
                  <a:lnTo>
                    <a:pt x="36893" y="2414955"/>
                  </a:lnTo>
                  <a:lnTo>
                    <a:pt x="24879" y="2431313"/>
                  </a:lnTo>
                  <a:lnTo>
                    <a:pt x="12585" y="2447455"/>
                  </a:lnTo>
                  <a:lnTo>
                    <a:pt x="0" y="2463342"/>
                  </a:lnTo>
                  <a:lnTo>
                    <a:pt x="0" y="2976270"/>
                  </a:lnTo>
                  <a:lnTo>
                    <a:pt x="38836" y="2946908"/>
                  </a:lnTo>
                  <a:lnTo>
                    <a:pt x="76708" y="2916364"/>
                  </a:lnTo>
                  <a:lnTo>
                    <a:pt x="113588" y="2884678"/>
                  </a:lnTo>
                  <a:lnTo>
                    <a:pt x="149453" y="2851874"/>
                  </a:lnTo>
                  <a:lnTo>
                    <a:pt x="184264" y="2817965"/>
                  </a:lnTo>
                  <a:lnTo>
                    <a:pt x="217995" y="2782989"/>
                  </a:lnTo>
                  <a:lnTo>
                    <a:pt x="250634" y="2746972"/>
                  </a:lnTo>
                  <a:lnTo>
                    <a:pt x="282155" y="2709938"/>
                  </a:lnTo>
                  <a:lnTo>
                    <a:pt x="312508" y="2671927"/>
                  </a:lnTo>
                  <a:lnTo>
                    <a:pt x="341680" y="2632951"/>
                  </a:lnTo>
                  <a:lnTo>
                    <a:pt x="369646" y="2593048"/>
                  </a:lnTo>
                  <a:lnTo>
                    <a:pt x="396379" y="2552230"/>
                  </a:lnTo>
                  <a:lnTo>
                    <a:pt x="421843" y="2510536"/>
                  </a:lnTo>
                  <a:lnTo>
                    <a:pt x="446024" y="2467991"/>
                  </a:lnTo>
                  <a:lnTo>
                    <a:pt x="468884" y="2424633"/>
                  </a:lnTo>
                  <a:lnTo>
                    <a:pt x="490410" y="2380462"/>
                  </a:lnTo>
                  <a:lnTo>
                    <a:pt x="510552" y="2335530"/>
                  </a:lnTo>
                  <a:lnTo>
                    <a:pt x="529297" y="2289860"/>
                  </a:lnTo>
                  <a:lnTo>
                    <a:pt x="546620" y="2243467"/>
                  </a:lnTo>
                  <a:lnTo>
                    <a:pt x="562495" y="2196388"/>
                  </a:lnTo>
                  <a:lnTo>
                    <a:pt x="576884" y="2148649"/>
                  </a:lnTo>
                  <a:lnTo>
                    <a:pt x="589762" y="2100275"/>
                  </a:lnTo>
                  <a:lnTo>
                    <a:pt x="601116" y="2051291"/>
                  </a:lnTo>
                  <a:lnTo>
                    <a:pt x="610908" y="2001735"/>
                  </a:lnTo>
                  <a:lnTo>
                    <a:pt x="619112" y="1951621"/>
                  </a:lnTo>
                  <a:lnTo>
                    <a:pt x="625690" y="1900974"/>
                  </a:lnTo>
                  <a:lnTo>
                    <a:pt x="630643" y="1849843"/>
                  </a:lnTo>
                  <a:lnTo>
                    <a:pt x="915530" y="1849843"/>
                  </a:lnTo>
                  <a:lnTo>
                    <a:pt x="915530" y="2568054"/>
                  </a:lnTo>
                  <a:lnTo>
                    <a:pt x="1219123" y="2568054"/>
                  </a:lnTo>
                  <a:lnTo>
                    <a:pt x="1219123" y="1849843"/>
                  </a:lnTo>
                  <a:lnTo>
                    <a:pt x="1502778" y="1849843"/>
                  </a:lnTo>
                  <a:lnTo>
                    <a:pt x="1507731" y="1900974"/>
                  </a:lnTo>
                  <a:lnTo>
                    <a:pt x="1514322" y="1951621"/>
                  </a:lnTo>
                  <a:lnTo>
                    <a:pt x="1522514" y="2001735"/>
                  </a:lnTo>
                  <a:lnTo>
                    <a:pt x="1532305" y="2051291"/>
                  </a:lnTo>
                  <a:lnTo>
                    <a:pt x="1543659" y="2100275"/>
                  </a:lnTo>
                  <a:lnTo>
                    <a:pt x="1556550" y="2148649"/>
                  </a:lnTo>
                  <a:lnTo>
                    <a:pt x="1570939" y="2196388"/>
                  </a:lnTo>
                  <a:lnTo>
                    <a:pt x="1586814" y="2243467"/>
                  </a:lnTo>
                  <a:lnTo>
                    <a:pt x="1604137" y="2289860"/>
                  </a:lnTo>
                  <a:lnTo>
                    <a:pt x="1622882" y="2335530"/>
                  </a:lnTo>
                  <a:lnTo>
                    <a:pt x="1643037" y="2380462"/>
                  </a:lnTo>
                  <a:lnTo>
                    <a:pt x="1664550" y="2424633"/>
                  </a:lnTo>
                  <a:lnTo>
                    <a:pt x="1687410" y="2467991"/>
                  </a:lnTo>
                  <a:lnTo>
                    <a:pt x="1711591" y="2510536"/>
                  </a:lnTo>
                  <a:lnTo>
                    <a:pt x="1737055" y="2552230"/>
                  </a:lnTo>
                  <a:lnTo>
                    <a:pt x="1763788" y="2593048"/>
                  </a:lnTo>
                  <a:lnTo>
                    <a:pt x="1791754" y="2632951"/>
                  </a:lnTo>
                  <a:lnTo>
                    <a:pt x="1820938" y="2671927"/>
                  </a:lnTo>
                  <a:lnTo>
                    <a:pt x="1851291" y="2709938"/>
                  </a:lnTo>
                  <a:lnTo>
                    <a:pt x="1882800" y="2746972"/>
                  </a:lnTo>
                  <a:lnTo>
                    <a:pt x="1915452" y="2782989"/>
                  </a:lnTo>
                  <a:lnTo>
                    <a:pt x="1949183" y="2817965"/>
                  </a:lnTo>
                  <a:lnTo>
                    <a:pt x="1983994" y="2851874"/>
                  </a:lnTo>
                  <a:lnTo>
                    <a:pt x="2019858" y="2884678"/>
                  </a:lnTo>
                  <a:lnTo>
                    <a:pt x="2056739" y="2916364"/>
                  </a:lnTo>
                  <a:lnTo>
                    <a:pt x="2094611" y="2946908"/>
                  </a:lnTo>
                  <a:lnTo>
                    <a:pt x="2133447" y="2976270"/>
                  </a:lnTo>
                  <a:lnTo>
                    <a:pt x="2133447" y="2463342"/>
                  </a:lnTo>
                  <a:close/>
                </a:path>
                <a:path w="2133600" h="2976879">
                  <a:moveTo>
                    <a:pt x="2133447" y="0"/>
                  </a:moveTo>
                  <a:lnTo>
                    <a:pt x="2094611" y="29349"/>
                  </a:lnTo>
                  <a:lnTo>
                    <a:pt x="2056739" y="59880"/>
                  </a:lnTo>
                  <a:lnTo>
                    <a:pt x="2019858" y="91567"/>
                  </a:lnTo>
                  <a:lnTo>
                    <a:pt x="1983994" y="124371"/>
                  </a:lnTo>
                  <a:lnTo>
                    <a:pt x="1949183" y="158267"/>
                  </a:lnTo>
                  <a:lnTo>
                    <a:pt x="1915439" y="193243"/>
                  </a:lnTo>
                  <a:lnTo>
                    <a:pt x="1882800" y="229247"/>
                  </a:lnTo>
                  <a:lnTo>
                    <a:pt x="1851291" y="266268"/>
                  </a:lnTo>
                  <a:lnTo>
                    <a:pt x="1820938" y="304279"/>
                  </a:lnTo>
                  <a:lnTo>
                    <a:pt x="1791754" y="343255"/>
                  </a:lnTo>
                  <a:lnTo>
                    <a:pt x="1763788" y="383159"/>
                  </a:lnTo>
                  <a:lnTo>
                    <a:pt x="1737067" y="423976"/>
                  </a:lnTo>
                  <a:lnTo>
                    <a:pt x="1711591" y="465658"/>
                  </a:lnTo>
                  <a:lnTo>
                    <a:pt x="1687410" y="508203"/>
                  </a:lnTo>
                  <a:lnTo>
                    <a:pt x="1664550" y="551561"/>
                  </a:lnTo>
                  <a:lnTo>
                    <a:pt x="1643037" y="595731"/>
                  </a:lnTo>
                  <a:lnTo>
                    <a:pt x="1622894" y="640651"/>
                  </a:lnTo>
                  <a:lnTo>
                    <a:pt x="1604149" y="686333"/>
                  </a:lnTo>
                  <a:lnTo>
                    <a:pt x="1586826" y="732726"/>
                  </a:lnTo>
                  <a:lnTo>
                    <a:pt x="1570951" y="779805"/>
                  </a:lnTo>
                  <a:lnTo>
                    <a:pt x="1556562" y="827544"/>
                  </a:lnTo>
                  <a:lnTo>
                    <a:pt x="1543685" y="875919"/>
                  </a:lnTo>
                  <a:lnTo>
                    <a:pt x="1532331" y="924890"/>
                  </a:lnTo>
                  <a:lnTo>
                    <a:pt x="1522552" y="974458"/>
                  </a:lnTo>
                  <a:lnTo>
                    <a:pt x="1514348" y="1024572"/>
                  </a:lnTo>
                  <a:lnTo>
                    <a:pt x="1507769" y="1075207"/>
                  </a:lnTo>
                  <a:lnTo>
                    <a:pt x="1502816" y="1126350"/>
                  </a:lnTo>
                  <a:lnTo>
                    <a:pt x="1217917" y="1126350"/>
                  </a:lnTo>
                  <a:lnTo>
                    <a:pt x="1217917" y="408203"/>
                  </a:lnTo>
                  <a:lnTo>
                    <a:pt x="914298" y="408203"/>
                  </a:lnTo>
                  <a:lnTo>
                    <a:pt x="914298" y="1126350"/>
                  </a:lnTo>
                  <a:lnTo>
                    <a:pt x="630643" y="1126350"/>
                  </a:lnTo>
                  <a:lnTo>
                    <a:pt x="625690" y="1075207"/>
                  </a:lnTo>
                  <a:lnTo>
                    <a:pt x="619099" y="1024572"/>
                  </a:lnTo>
                  <a:lnTo>
                    <a:pt x="610908" y="974458"/>
                  </a:lnTo>
                  <a:lnTo>
                    <a:pt x="601116" y="924890"/>
                  </a:lnTo>
                  <a:lnTo>
                    <a:pt x="589762" y="875919"/>
                  </a:lnTo>
                  <a:lnTo>
                    <a:pt x="576872" y="827544"/>
                  </a:lnTo>
                  <a:lnTo>
                    <a:pt x="562483" y="779805"/>
                  </a:lnTo>
                  <a:lnTo>
                    <a:pt x="546620" y="732726"/>
                  </a:lnTo>
                  <a:lnTo>
                    <a:pt x="529297" y="686333"/>
                  </a:lnTo>
                  <a:lnTo>
                    <a:pt x="510552" y="640651"/>
                  </a:lnTo>
                  <a:lnTo>
                    <a:pt x="490397" y="595731"/>
                  </a:lnTo>
                  <a:lnTo>
                    <a:pt x="468884" y="551561"/>
                  </a:lnTo>
                  <a:lnTo>
                    <a:pt x="446024" y="508203"/>
                  </a:lnTo>
                  <a:lnTo>
                    <a:pt x="421843" y="465658"/>
                  </a:lnTo>
                  <a:lnTo>
                    <a:pt x="396379" y="423976"/>
                  </a:lnTo>
                  <a:lnTo>
                    <a:pt x="369646" y="383159"/>
                  </a:lnTo>
                  <a:lnTo>
                    <a:pt x="341680" y="343255"/>
                  </a:lnTo>
                  <a:lnTo>
                    <a:pt x="312508" y="304279"/>
                  </a:lnTo>
                  <a:lnTo>
                    <a:pt x="282143" y="266268"/>
                  </a:lnTo>
                  <a:lnTo>
                    <a:pt x="250634" y="229247"/>
                  </a:lnTo>
                  <a:lnTo>
                    <a:pt x="217995" y="193243"/>
                  </a:lnTo>
                  <a:lnTo>
                    <a:pt x="184264" y="158267"/>
                  </a:lnTo>
                  <a:lnTo>
                    <a:pt x="149440" y="124371"/>
                  </a:lnTo>
                  <a:lnTo>
                    <a:pt x="113588" y="91567"/>
                  </a:lnTo>
                  <a:lnTo>
                    <a:pt x="76708" y="59880"/>
                  </a:lnTo>
                  <a:lnTo>
                    <a:pt x="38836" y="29349"/>
                  </a:lnTo>
                  <a:lnTo>
                    <a:pt x="0" y="0"/>
                  </a:lnTo>
                  <a:lnTo>
                    <a:pt x="0" y="512889"/>
                  </a:lnTo>
                  <a:lnTo>
                    <a:pt x="19926" y="538403"/>
                  </a:lnTo>
                  <a:lnTo>
                    <a:pt x="26403" y="546976"/>
                  </a:lnTo>
                  <a:lnTo>
                    <a:pt x="73355" y="597725"/>
                  </a:lnTo>
                  <a:lnTo>
                    <a:pt x="116941" y="661784"/>
                  </a:lnTo>
                  <a:lnTo>
                    <a:pt x="137337" y="698461"/>
                  </a:lnTo>
                  <a:lnTo>
                    <a:pt x="156730" y="738060"/>
                  </a:lnTo>
                  <a:lnTo>
                    <a:pt x="175069" y="780453"/>
                  </a:lnTo>
                  <a:lnTo>
                    <a:pt x="192278" y="825500"/>
                  </a:lnTo>
                  <a:lnTo>
                    <a:pt x="208330" y="873061"/>
                  </a:lnTo>
                  <a:lnTo>
                    <a:pt x="223151" y="923010"/>
                  </a:lnTo>
                  <a:lnTo>
                    <a:pt x="236702" y="975207"/>
                  </a:lnTo>
                  <a:lnTo>
                    <a:pt x="248907" y="1029512"/>
                  </a:lnTo>
                  <a:lnTo>
                    <a:pt x="259727" y="1085811"/>
                  </a:lnTo>
                  <a:lnTo>
                    <a:pt x="269100" y="1143965"/>
                  </a:lnTo>
                  <a:lnTo>
                    <a:pt x="276974" y="1203833"/>
                  </a:lnTo>
                  <a:lnTo>
                    <a:pt x="283286" y="1265275"/>
                  </a:lnTo>
                  <a:lnTo>
                    <a:pt x="287985" y="1328166"/>
                  </a:lnTo>
                  <a:lnTo>
                    <a:pt x="291033" y="1392364"/>
                  </a:lnTo>
                  <a:lnTo>
                    <a:pt x="1850504" y="1392364"/>
                  </a:lnTo>
                  <a:lnTo>
                    <a:pt x="1853476" y="1329182"/>
                  </a:lnTo>
                  <a:lnTo>
                    <a:pt x="1858060" y="1267269"/>
                  </a:lnTo>
                  <a:lnTo>
                    <a:pt x="1864207" y="1206754"/>
                  </a:lnTo>
                  <a:lnTo>
                    <a:pt x="1871865" y="1147775"/>
                  </a:lnTo>
                  <a:lnTo>
                    <a:pt x="1880984" y="1090434"/>
                  </a:lnTo>
                  <a:lnTo>
                    <a:pt x="1891499" y="1034884"/>
                  </a:lnTo>
                  <a:lnTo>
                    <a:pt x="1903361" y="981240"/>
                  </a:lnTo>
                  <a:lnTo>
                    <a:pt x="1916531" y="929627"/>
                  </a:lnTo>
                  <a:lnTo>
                    <a:pt x="1930946" y="880173"/>
                  </a:lnTo>
                  <a:lnTo>
                    <a:pt x="1946554" y="833018"/>
                  </a:lnTo>
                  <a:lnTo>
                    <a:pt x="1963305" y="788289"/>
                  </a:lnTo>
                  <a:lnTo>
                    <a:pt x="1981136" y="746099"/>
                  </a:lnTo>
                  <a:lnTo>
                    <a:pt x="2000008" y="706577"/>
                  </a:lnTo>
                  <a:lnTo>
                    <a:pt x="2019858" y="669861"/>
                  </a:lnTo>
                  <a:lnTo>
                    <a:pt x="2040648" y="636066"/>
                  </a:lnTo>
                  <a:lnTo>
                    <a:pt x="2084793" y="577786"/>
                  </a:lnTo>
                  <a:lnTo>
                    <a:pt x="2096554" y="561276"/>
                  </a:lnTo>
                  <a:lnTo>
                    <a:pt x="2108568" y="544931"/>
                  </a:lnTo>
                  <a:lnTo>
                    <a:pt x="2120849" y="528789"/>
                  </a:lnTo>
                  <a:lnTo>
                    <a:pt x="2133447" y="512889"/>
                  </a:lnTo>
                  <a:lnTo>
                    <a:pt x="2133447" y="0"/>
                  </a:lnTo>
                  <a:close/>
                </a:path>
              </a:pathLst>
            </a:custGeom>
            <a:solidFill>
              <a:srgbClr val="C99C7B">
                <a:alpha val="19999"/>
              </a:srgbClr>
            </a:solidFill>
          </p:spPr>
          <p:txBody>
            <a:bodyPr wrap="square" lIns="0" tIns="0" rIns="0" bIns="0" rtlCol="0"/>
            <a:lstStyle/>
            <a:p>
              <a:endParaRPr/>
            </a:p>
          </p:txBody>
        </p:sp>
      </p:grpSp>
      <p:sp>
        <p:nvSpPr>
          <p:cNvPr id="30" name="object 9">
            <a:extLst>
              <a:ext uri="{FF2B5EF4-FFF2-40B4-BE49-F238E27FC236}">
                <a16:creationId xmlns:a16="http://schemas.microsoft.com/office/drawing/2014/main" id="{A603C30B-EA22-0F88-C66F-61FD23A65BB2}"/>
              </a:ext>
            </a:extLst>
          </p:cNvPr>
          <p:cNvSpPr txBox="1"/>
          <p:nvPr/>
        </p:nvSpPr>
        <p:spPr>
          <a:xfrm>
            <a:off x="9635490" y="7114617"/>
            <a:ext cx="4683760" cy="3430426"/>
          </a:xfrm>
          <a:prstGeom prst="rect">
            <a:avLst/>
          </a:prstGeom>
        </p:spPr>
        <p:txBody>
          <a:bodyPr vert="horz" wrap="square" lIns="0" tIns="16510" rIns="0" bIns="0" rtlCol="0">
            <a:spAutoFit/>
          </a:bodyPr>
          <a:lstStyle/>
          <a:p>
            <a:pPr marL="12700" algn="just">
              <a:spcAft>
                <a:spcPts val="600"/>
              </a:spcAft>
              <a:tabLst>
                <a:tab pos="1595755" algn="l"/>
                <a:tab pos="2030730" algn="l"/>
              </a:tabLst>
            </a:pPr>
            <a:r>
              <a:rPr lang="pt-BR" dirty="0">
                <a:solidFill>
                  <a:srgbClr val="FFFFFF"/>
                </a:solidFill>
                <a:latin typeface="Futura Lt BT Light"/>
                <a:cs typeface="Futura PT Book"/>
              </a:rPr>
              <a:t>Mestre  em  Administração  (FGV-RJ),  Economista (UFRJ) e Contador (UNESA), com cursos de ESADE Business  </a:t>
            </a:r>
            <a:r>
              <a:rPr lang="pt-BR" dirty="0" err="1">
                <a:solidFill>
                  <a:srgbClr val="FFFFFF"/>
                </a:solidFill>
                <a:latin typeface="Futura Lt BT Light"/>
                <a:cs typeface="Futura PT Book"/>
              </a:rPr>
              <a:t>School</a:t>
            </a:r>
            <a:r>
              <a:rPr lang="pt-BR" dirty="0">
                <a:solidFill>
                  <a:srgbClr val="FFFFFF"/>
                </a:solidFill>
                <a:latin typeface="Futura Lt BT Light"/>
                <a:cs typeface="Futura PT Book"/>
              </a:rPr>
              <a:t>  (Barcelona)  e  INDEG-ISCTE Lisboa), atua no mercado de avaliação há 10 anos liderando equipes nas áreas de Business Valuation, Gestão Imobiliária e Gestão de Ativo Fixo. Cursou o BV  301  -  Avaliação  de  Ativos  Intangíveis  pelo </a:t>
            </a:r>
            <a:r>
              <a:rPr lang="pt-BR" dirty="0" err="1">
                <a:solidFill>
                  <a:srgbClr val="FFFFFF"/>
                </a:solidFill>
                <a:latin typeface="Futura Lt BT Light"/>
                <a:cs typeface="Futura PT Book"/>
              </a:rPr>
              <a:t>Institute</a:t>
            </a:r>
            <a:r>
              <a:rPr lang="pt-BR" dirty="0">
                <a:solidFill>
                  <a:srgbClr val="FFFFFF"/>
                </a:solidFill>
                <a:latin typeface="Futura Lt BT Light"/>
                <a:cs typeface="Futura PT Book"/>
              </a:rPr>
              <a:t> of International Business Valuation (IIVB).</a:t>
            </a:r>
          </a:p>
          <a:p>
            <a:pPr marL="12700" algn="just">
              <a:spcBef>
                <a:spcPts val="130"/>
              </a:spcBef>
              <a:tabLst>
                <a:tab pos="1595755" algn="l"/>
                <a:tab pos="2030730" algn="l"/>
              </a:tabLst>
            </a:pPr>
            <a:endParaRPr lang="pt-BR" dirty="0">
              <a:solidFill>
                <a:srgbClr val="FFFFFF"/>
              </a:solidFill>
              <a:latin typeface="Futura Lt BT Light"/>
              <a:cs typeface="Futura PT Book"/>
            </a:endParaRPr>
          </a:p>
        </p:txBody>
      </p:sp>
      <p:sp>
        <p:nvSpPr>
          <p:cNvPr id="31" name="object 8">
            <a:extLst>
              <a:ext uri="{FF2B5EF4-FFF2-40B4-BE49-F238E27FC236}">
                <a16:creationId xmlns:a16="http://schemas.microsoft.com/office/drawing/2014/main" id="{92B36616-4B96-2D49-80CB-5C4E3DB76919}"/>
              </a:ext>
            </a:extLst>
          </p:cNvPr>
          <p:cNvSpPr txBox="1"/>
          <p:nvPr/>
        </p:nvSpPr>
        <p:spPr>
          <a:xfrm>
            <a:off x="9609087" y="6373540"/>
            <a:ext cx="4503043" cy="661078"/>
          </a:xfrm>
          <a:prstGeom prst="rect">
            <a:avLst/>
          </a:prstGeom>
        </p:spPr>
        <p:txBody>
          <a:bodyPr vert="horz" wrap="square" lIns="0" tIns="174625" rIns="0" bIns="0" rtlCol="0">
            <a:spAutoFit/>
          </a:bodyPr>
          <a:lstStyle/>
          <a:p>
            <a:pPr marL="45720">
              <a:lnSpc>
                <a:spcPct val="100000"/>
              </a:lnSpc>
              <a:spcBef>
                <a:spcPts val="1375"/>
              </a:spcBef>
            </a:pPr>
            <a:r>
              <a:rPr lang="pt-BR" sz="3150" dirty="0">
                <a:solidFill>
                  <a:srgbClr val="FFFFFF"/>
                </a:solidFill>
                <a:latin typeface="Futura PT Book"/>
                <a:cs typeface="Futura PT Book"/>
              </a:rPr>
              <a:t>MAURICIO EMERICK</a:t>
            </a:r>
            <a:endParaRPr sz="3150" dirty="0">
              <a:latin typeface="Futura PT Book"/>
              <a:cs typeface="Futura PT Boo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5507675"/>
            <a:ext cx="20104100" cy="5786120"/>
            <a:chOff x="0" y="5507675"/>
            <a:chExt cx="20104100" cy="5786120"/>
          </a:xfrm>
        </p:grpSpPr>
        <p:sp>
          <p:nvSpPr>
            <p:cNvPr id="3" name="object 3"/>
            <p:cNvSpPr/>
            <p:nvPr/>
          </p:nvSpPr>
          <p:spPr>
            <a:xfrm>
              <a:off x="0" y="5507675"/>
              <a:ext cx="20104100" cy="5786120"/>
            </a:xfrm>
            <a:custGeom>
              <a:avLst/>
              <a:gdLst/>
              <a:ahLst/>
              <a:cxnLst/>
              <a:rect l="l" t="t" r="r" b="b"/>
              <a:pathLst>
                <a:path w="20104100" h="5786120">
                  <a:moveTo>
                    <a:pt x="20104099" y="0"/>
                  </a:moveTo>
                  <a:lnTo>
                    <a:pt x="0" y="0"/>
                  </a:lnTo>
                  <a:lnTo>
                    <a:pt x="0" y="5785750"/>
                  </a:lnTo>
                  <a:lnTo>
                    <a:pt x="20104099" y="5785750"/>
                  </a:lnTo>
                  <a:lnTo>
                    <a:pt x="20104099" y="0"/>
                  </a:lnTo>
                  <a:close/>
                </a:path>
              </a:pathLst>
            </a:custGeom>
            <a:solidFill>
              <a:srgbClr val="000000"/>
            </a:solidFill>
          </p:spPr>
          <p:txBody>
            <a:bodyPr wrap="square" lIns="0" tIns="0" rIns="0" bIns="0" rtlCol="0"/>
            <a:lstStyle/>
            <a:p>
              <a:endParaRPr/>
            </a:p>
          </p:txBody>
        </p:sp>
        <p:sp>
          <p:nvSpPr>
            <p:cNvPr id="4" name="object 4"/>
            <p:cNvSpPr/>
            <p:nvPr/>
          </p:nvSpPr>
          <p:spPr>
            <a:xfrm>
              <a:off x="17851984" y="7601807"/>
              <a:ext cx="1456690" cy="2032000"/>
            </a:xfrm>
            <a:custGeom>
              <a:avLst/>
              <a:gdLst/>
              <a:ahLst/>
              <a:cxnLst/>
              <a:rect l="l" t="t" r="r" b="b"/>
              <a:pathLst>
                <a:path w="1456690" h="2032000">
                  <a:moveTo>
                    <a:pt x="1456321" y="1681518"/>
                  </a:moveTo>
                  <a:lnTo>
                    <a:pt x="1438287" y="1658213"/>
                  </a:lnTo>
                  <a:lnTo>
                    <a:pt x="1414056" y="1633118"/>
                  </a:lnTo>
                  <a:lnTo>
                    <a:pt x="1391069" y="1602816"/>
                  </a:lnTo>
                  <a:lnTo>
                    <a:pt x="1369453" y="1567611"/>
                  </a:lnTo>
                  <a:lnTo>
                    <a:pt x="1349336" y="1527810"/>
                  </a:lnTo>
                  <a:lnTo>
                    <a:pt x="1330858" y="1483728"/>
                  </a:lnTo>
                  <a:lnTo>
                    <a:pt x="1314119" y="1435671"/>
                  </a:lnTo>
                  <a:lnTo>
                    <a:pt x="1299260" y="1383944"/>
                  </a:lnTo>
                  <a:lnTo>
                    <a:pt x="1286421" y="1328864"/>
                  </a:lnTo>
                  <a:lnTo>
                    <a:pt x="1275715" y="1270736"/>
                  </a:lnTo>
                  <a:lnTo>
                    <a:pt x="1267269" y="1209865"/>
                  </a:lnTo>
                  <a:lnTo>
                    <a:pt x="1261211" y="1146568"/>
                  </a:lnTo>
                  <a:lnTo>
                    <a:pt x="1257681" y="1081138"/>
                  </a:lnTo>
                  <a:lnTo>
                    <a:pt x="193167" y="1081138"/>
                  </a:lnTo>
                  <a:lnTo>
                    <a:pt x="189966" y="1141996"/>
                  </a:lnTo>
                  <a:lnTo>
                    <a:pt x="184581" y="1201039"/>
                  </a:lnTo>
                  <a:lnTo>
                    <a:pt x="177114" y="1258023"/>
                  </a:lnTo>
                  <a:lnTo>
                    <a:pt x="167665" y="1312684"/>
                  </a:lnTo>
                  <a:lnTo>
                    <a:pt x="156349" y="1364805"/>
                  </a:lnTo>
                  <a:lnTo>
                    <a:pt x="143268" y="1414106"/>
                  </a:lnTo>
                  <a:lnTo>
                    <a:pt x="128498" y="1460360"/>
                  </a:lnTo>
                  <a:lnTo>
                    <a:pt x="112179" y="1503311"/>
                  </a:lnTo>
                  <a:lnTo>
                    <a:pt x="94386" y="1542719"/>
                  </a:lnTo>
                  <a:lnTo>
                    <a:pt x="75222" y="1578343"/>
                  </a:lnTo>
                  <a:lnTo>
                    <a:pt x="33235" y="1637195"/>
                  </a:lnTo>
                  <a:lnTo>
                    <a:pt x="16992" y="1659648"/>
                  </a:lnTo>
                  <a:lnTo>
                    <a:pt x="8597" y="1670659"/>
                  </a:lnTo>
                  <a:lnTo>
                    <a:pt x="0" y="1681518"/>
                  </a:lnTo>
                  <a:lnTo>
                    <a:pt x="0" y="2031644"/>
                  </a:lnTo>
                  <a:lnTo>
                    <a:pt x="39522" y="2001266"/>
                  </a:lnTo>
                  <a:lnTo>
                    <a:pt x="77546" y="1969122"/>
                  </a:lnTo>
                  <a:lnTo>
                    <a:pt x="113995" y="1935238"/>
                  </a:lnTo>
                  <a:lnTo>
                    <a:pt x="148818" y="1899704"/>
                  </a:lnTo>
                  <a:lnTo>
                    <a:pt x="181952" y="1862569"/>
                  </a:lnTo>
                  <a:lnTo>
                    <a:pt x="213334" y="1823897"/>
                  </a:lnTo>
                  <a:lnTo>
                    <a:pt x="242900" y="1783740"/>
                  </a:lnTo>
                  <a:lnTo>
                    <a:pt x="270586" y="1742186"/>
                  </a:lnTo>
                  <a:lnTo>
                    <a:pt x="296329" y="1699272"/>
                  </a:lnTo>
                  <a:lnTo>
                    <a:pt x="320078" y="1655089"/>
                  </a:lnTo>
                  <a:lnTo>
                    <a:pt x="341757" y="1609661"/>
                  </a:lnTo>
                  <a:lnTo>
                    <a:pt x="361315" y="1563090"/>
                  </a:lnTo>
                  <a:lnTo>
                    <a:pt x="378675" y="1515414"/>
                  </a:lnTo>
                  <a:lnTo>
                    <a:pt x="393788" y="1466697"/>
                  </a:lnTo>
                  <a:lnTo>
                    <a:pt x="406590" y="1417015"/>
                  </a:lnTo>
                  <a:lnTo>
                    <a:pt x="417017" y="1366405"/>
                  </a:lnTo>
                  <a:lnTo>
                    <a:pt x="425005" y="1314958"/>
                  </a:lnTo>
                  <a:lnTo>
                    <a:pt x="430479" y="1262735"/>
                  </a:lnTo>
                  <a:lnTo>
                    <a:pt x="624954" y="1262735"/>
                  </a:lnTo>
                  <a:lnTo>
                    <a:pt x="624954" y="1752993"/>
                  </a:lnTo>
                  <a:lnTo>
                    <a:pt x="832205" y="1752993"/>
                  </a:lnTo>
                  <a:lnTo>
                    <a:pt x="832205" y="1262735"/>
                  </a:lnTo>
                  <a:lnTo>
                    <a:pt x="1025829" y="1262735"/>
                  </a:lnTo>
                  <a:lnTo>
                    <a:pt x="1031316" y="1314958"/>
                  </a:lnTo>
                  <a:lnTo>
                    <a:pt x="1039304" y="1366405"/>
                  </a:lnTo>
                  <a:lnTo>
                    <a:pt x="1049731" y="1417015"/>
                  </a:lnTo>
                  <a:lnTo>
                    <a:pt x="1062532" y="1466697"/>
                  </a:lnTo>
                  <a:lnTo>
                    <a:pt x="1077645" y="1515414"/>
                  </a:lnTo>
                  <a:lnTo>
                    <a:pt x="1095006" y="1563090"/>
                  </a:lnTo>
                  <a:lnTo>
                    <a:pt x="1114564" y="1609661"/>
                  </a:lnTo>
                  <a:lnTo>
                    <a:pt x="1136243" y="1655089"/>
                  </a:lnTo>
                  <a:lnTo>
                    <a:pt x="1159992" y="1699272"/>
                  </a:lnTo>
                  <a:lnTo>
                    <a:pt x="1185748" y="1742186"/>
                  </a:lnTo>
                  <a:lnTo>
                    <a:pt x="1213434" y="1783740"/>
                  </a:lnTo>
                  <a:lnTo>
                    <a:pt x="1242999" y="1823897"/>
                  </a:lnTo>
                  <a:lnTo>
                    <a:pt x="1274381" y="1862569"/>
                  </a:lnTo>
                  <a:lnTo>
                    <a:pt x="1307515" y="1899704"/>
                  </a:lnTo>
                  <a:lnTo>
                    <a:pt x="1342339" y="1935238"/>
                  </a:lnTo>
                  <a:lnTo>
                    <a:pt x="1378788" y="1969122"/>
                  </a:lnTo>
                  <a:lnTo>
                    <a:pt x="1416799" y="2001266"/>
                  </a:lnTo>
                  <a:lnTo>
                    <a:pt x="1456321" y="2031644"/>
                  </a:lnTo>
                  <a:lnTo>
                    <a:pt x="1456321" y="1681518"/>
                  </a:lnTo>
                  <a:close/>
                </a:path>
                <a:path w="1456690" h="2032000">
                  <a:moveTo>
                    <a:pt x="1456321" y="0"/>
                  </a:moveTo>
                  <a:lnTo>
                    <a:pt x="1416812" y="30353"/>
                  </a:lnTo>
                  <a:lnTo>
                    <a:pt x="1378788" y="62509"/>
                  </a:lnTo>
                  <a:lnTo>
                    <a:pt x="1342339" y="96380"/>
                  </a:lnTo>
                  <a:lnTo>
                    <a:pt x="1307515" y="131914"/>
                  </a:lnTo>
                  <a:lnTo>
                    <a:pt x="1274381" y="169049"/>
                  </a:lnTo>
                  <a:lnTo>
                    <a:pt x="1242999" y="207708"/>
                  </a:lnTo>
                  <a:lnTo>
                    <a:pt x="1213434" y="247853"/>
                  </a:lnTo>
                  <a:lnTo>
                    <a:pt x="1185748" y="289407"/>
                  </a:lnTo>
                  <a:lnTo>
                    <a:pt x="1160005" y="332320"/>
                  </a:lnTo>
                  <a:lnTo>
                    <a:pt x="1136256" y="376516"/>
                  </a:lnTo>
                  <a:lnTo>
                    <a:pt x="1114577" y="421932"/>
                  </a:lnTo>
                  <a:lnTo>
                    <a:pt x="1095019" y="468503"/>
                  </a:lnTo>
                  <a:lnTo>
                    <a:pt x="1077658" y="516178"/>
                  </a:lnTo>
                  <a:lnTo>
                    <a:pt x="1062545" y="564896"/>
                  </a:lnTo>
                  <a:lnTo>
                    <a:pt x="1049743" y="614578"/>
                  </a:lnTo>
                  <a:lnTo>
                    <a:pt x="1039317" y="665187"/>
                  </a:lnTo>
                  <a:lnTo>
                    <a:pt x="1031341" y="716635"/>
                  </a:lnTo>
                  <a:lnTo>
                    <a:pt x="1025855" y="768870"/>
                  </a:lnTo>
                  <a:lnTo>
                    <a:pt x="831367" y="768870"/>
                  </a:lnTo>
                  <a:lnTo>
                    <a:pt x="831367" y="278650"/>
                  </a:lnTo>
                  <a:lnTo>
                    <a:pt x="624116" y="278650"/>
                  </a:lnTo>
                  <a:lnTo>
                    <a:pt x="624116" y="768870"/>
                  </a:lnTo>
                  <a:lnTo>
                    <a:pt x="430491" y="768870"/>
                  </a:lnTo>
                  <a:lnTo>
                    <a:pt x="425005" y="716635"/>
                  </a:lnTo>
                  <a:lnTo>
                    <a:pt x="417017" y="665187"/>
                  </a:lnTo>
                  <a:lnTo>
                    <a:pt x="406590" y="614578"/>
                  </a:lnTo>
                  <a:lnTo>
                    <a:pt x="393801" y="564896"/>
                  </a:lnTo>
                  <a:lnTo>
                    <a:pt x="378675" y="516178"/>
                  </a:lnTo>
                  <a:lnTo>
                    <a:pt x="361315" y="468503"/>
                  </a:lnTo>
                  <a:lnTo>
                    <a:pt x="341757" y="421932"/>
                  </a:lnTo>
                  <a:lnTo>
                    <a:pt x="320078" y="376516"/>
                  </a:lnTo>
                  <a:lnTo>
                    <a:pt x="296329" y="332320"/>
                  </a:lnTo>
                  <a:lnTo>
                    <a:pt x="270586" y="289407"/>
                  </a:lnTo>
                  <a:lnTo>
                    <a:pt x="242900" y="247853"/>
                  </a:lnTo>
                  <a:lnTo>
                    <a:pt x="213334" y="207708"/>
                  </a:lnTo>
                  <a:lnTo>
                    <a:pt x="181952" y="169049"/>
                  </a:lnTo>
                  <a:lnTo>
                    <a:pt x="148818" y="131914"/>
                  </a:lnTo>
                  <a:lnTo>
                    <a:pt x="113995" y="96380"/>
                  </a:lnTo>
                  <a:lnTo>
                    <a:pt x="77546" y="62509"/>
                  </a:lnTo>
                  <a:lnTo>
                    <a:pt x="39535" y="30353"/>
                  </a:lnTo>
                  <a:lnTo>
                    <a:pt x="12" y="0"/>
                  </a:lnTo>
                  <a:lnTo>
                    <a:pt x="12" y="350100"/>
                  </a:lnTo>
                  <a:lnTo>
                    <a:pt x="18034" y="373367"/>
                  </a:lnTo>
                  <a:lnTo>
                    <a:pt x="42278" y="398475"/>
                  </a:lnTo>
                  <a:lnTo>
                    <a:pt x="65265" y="428790"/>
                  </a:lnTo>
                  <a:lnTo>
                    <a:pt x="86880" y="464007"/>
                  </a:lnTo>
                  <a:lnTo>
                    <a:pt x="106997" y="503821"/>
                  </a:lnTo>
                  <a:lnTo>
                    <a:pt x="125488" y="547903"/>
                  </a:lnTo>
                  <a:lnTo>
                    <a:pt x="142227" y="595960"/>
                  </a:lnTo>
                  <a:lnTo>
                    <a:pt x="157073" y="647687"/>
                  </a:lnTo>
                  <a:lnTo>
                    <a:pt x="169913" y="702767"/>
                  </a:lnTo>
                  <a:lnTo>
                    <a:pt x="180632" y="760895"/>
                  </a:lnTo>
                  <a:lnTo>
                    <a:pt x="189077" y="821753"/>
                  </a:lnTo>
                  <a:lnTo>
                    <a:pt x="195122" y="885037"/>
                  </a:lnTo>
                  <a:lnTo>
                    <a:pt x="198666" y="950455"/>
                  </a:lnTo>
                  <a:lnTo>
                    <a:pt x="1263192" y="950455"/>
                  </a:lnTo>
                  <a:lnTo>
                    <a:pt x="1266393" y="889596"/>
                  </a:lnTo>
                  <a:lnTo>
                    <a:pt x="1271778" y="830567"/>
                  </a:lnTo>
                  <a:lnTo>
                    <a:pt x="1279232" y="773595"/>
                  </a:lnTo>
                  <a:lnTo>
                    <a:pt x="1288669" y="718921"/>
                  </a:lnTo>
                  <a:lnTo>
                    <a:pt x="1299984" y="666813"/>
                  </a:lnTo>
                  <a:lnTo>
                    <a:pt x="1313078" y="617512"/>
                  </a:lnTo>
                  <a:lnTo>
                    <a:pt x="1327835" y="571258"/>
                  </a:lnTo>
                  <a:lnTo>
                    <a:pt x="1344155" y="528294"/>
                  </a:lnTo>
                  <a:lnTo>
                    <a:pt x="1361948" y="488886"/>
                  </a:lnTo>
                  <a:lnTo>
                    <a:pt x="1381112" y="453275"/>
                  </a:lnTo>
                  <a:lnTo>
                    <a:pt x="1423111" y="394411"/>
                  </a:lnTo>
                  <a:lnTo>
                    <a:pt x="1439341" y="371970"/>
                  </a:lnTo>
                  <a:lnTo>
                    <a:pt x="1447736" y="360959"/>
                  </a:lnTo>
                  <a:lnTo>
                    <a:pt x="1456321" y="350100"/>
                  </a:lnTo>
                  <a:lnTo>
                    <a:pt x="1456321" y="0"/>
                  </a:lnTo>
                  <a:close/>
                </a:path>
              </a:pathLst>
            </a:custGeom>
            <a:solidFill>
              <a:srgbClr val="C99C7B">
                <a:alpha val="19999"/>
              </a:srgbClr>
            </a:solidFill>
          </p:spPr>
          <p:txBody>
            <a:bodyPr wrap="square" lIns="0" tIns="0" rIns="0" bIns="0" rtlCol="0"/>
            <a:lstStyle/>
            <a:p>
              <a:endParaRPr/>
            </a:p>
          </p:txBody>
        </p:sp>
      </p:grpSp>
      <p:sp>
        <p:nvSpPr>
          <p:cNvPr id="5" name="object 5"/>
          <p:cNvSpPr txBox="1"/>
          <p:nvPr/>
        </p:nvSpPr>
        <p:spPr>
          <a:xfrm>
            <a:off x="1033896" y="6714058"/>
            <a:ext cx="15418954" cy="3546292"/>
          </a:xfrm>
          <a:prstGeom prst="rect">
            <a:avLst/>
          </a:prstGeom>
        </p:spPr>
        <p:txBody>
          <a:bodyPr vert="horz" wrap="square" lIns="0" tIns="15240" rIns="0" bIns="0" rtlCol="0">
            <a:spAutoFit/>
          </a:bodyPr>
          <a:lstStyle/>
          <a:p>
            <a:pPr marL="12700" algn="just">
              <a:lnSpc>
                <a:spcPct val="100000"/>
              </a:lnSpc>
              <a:spcBef>
                <a:spcPts val="120"/>
              </a:spcBef>
            </a:pPr>
            <a:r>
              <a:rPr sz="2450" dirty="0">
                <a:solidFill>
                  <a:srgbClr val="FBFBFB"/>
                </a:solidFill>
                <a:latin typeface="Futura Lt BT Light"/>
                <a:cs typeface="Futura PT Book"/>
              </a:rPr>
              <a:t>A</a:t>
            </a:r>
            <a:r>
              <a:rPr sz="2450" spc="295" dirty="0">
                <a:solidFill>
                  <a:srgbClr val="FBFBFB"/>
                </a:solidFill>
                <a:latin typeface="Futura Lt BT Light"/>
                <a:cs typeface="Futura PT Book"/>
              </a:rPr>
              <a:t> </a:t>
            </a:r>
            <a:r>
              <a:rPr sz="2450" dirty="0">
                <a:solidFill>
                  <a:srgbClr val="FBFBFB"/>
                </a:solidFill>
                <a:latin typeface="Futura Lt BT Light"/>
                <a:cs typeface="Futura PT Book"/>
              </a:rPr>
              <a:t>Meden</a:t>
            </a:r>
            <a:r>
              <a:rPr sz="2450" spc="300" dirty="0">
                <a:solidFill>
                  <a:srgbClr val="FBFBFB"/>
                </a:solidFill>
                <a:latin typeface="Futura Lt BT Light"/>
                <a:cs typeface="Futura PT Book"/>
              </a:rPr>
              <a:t> </a:t>
            </a:r>
            <a:r>
              <a:rPr sz="2450" dirty="0">
                <a:solidFill>
                  <a:srgbClr val="FBFBFB"/>
                </a:solidFill>
                <a:latin typeface="Futura Lt BT Light"/>
                <a:cs typeface="Futura PT Book"/>
              </a:rPr>
              <a:t>Consultoria</a:t>
            </a:r>
            <a:r>
              <a:rPr sz="2450" spc="295" dirty="0">
                <a:solidFill>
                  <a:srgbClr val="FBFBFB"/>
                </a:solidFill>
                <a:latin typeface="Futura Lt BT Light"/>
                <a:cs typeface="Futura PT Book"/>
              </a:rPr>
              <a:t> </a:t>
            </a:r>
            <a:r>
              <a:rPr sz="2450" spc="-10" dirty="0">
                <a:solidFill>
                  <a:srgbClr val="FBFBFB"/>
                </a:solidFill>
                <a:latin typeface="Futura Lt BT Light"/>
                <a:cs typeface="Futura PT Book"/>
              </a:rPr>
              <a:t>responsabiliza-</a:t>
            </a:r>
            <a:r>
              <a:rPr sz="2450" dirty="0">
                <a:solidFill>
                  <a:srgbClr val="FBFBFB"/>
                </a:solidFill>
                <a:latin typeface="Futura Lt BT Light"/>
                <a:cs typeface="Futura PT Book"/>
              </a:rPr>
              <a:t>se</a:t>
            </a:r>
            <a:r>
              <a:rPr sz="2450" spc="300" dirty="0">
                <a:solidFill>
                  <a:srgbClr val="FBFBFB"/>
                </a:solidFill>
                <a:latin typeface="Futura Lt BT Light"/>
                <a:cs typeface="Futura PT Book"/>
              </a:rPr>
              <a:t> </a:t>
            </a:r>
            <a:r>
              <a:rPr sz="2450" dirty="0">
                <a:solidFill>
                  <a:srgbClr val="FBFBFB"/>
                </a:solidFill>
                <a:latin typeface="Futura Lt BT Light"/>
                <a:cs typeface="Futura PT Book"/>
              </a:rPr>
              <a:t>por</a:t>
            </a:r>
            <a:r>
              <a:rPr sz="2450" spc="295" dirty="0">
                <a:solidFill>
                  <a:srgbClr val="FBFBFB"/>
                </a:solidFill>
                <a:latin typeface="Futura Lt BT Light"/>
                <a:cs typeface="Futura PT Book"/>
              </a:rPr>
              <a:t> </a:t>
            </a:r>
            <a:r>
              <a:rPr sz="2450" dirty="0">
                <a:solidFill>
                  <a:srgbClr val="FBFBFB"/>
                </a:solidFill>
                <a:latin typeface="Futura Lt BT Light"/>
                <a:cs typeface="Futura PT Book"/>
              </a:rPr>
              <a:t>manter</a:t>
            </a:r>
            <a:r>
              <a:rPr sz="2450" spc="300" dirty="0">
                <a:solidFill>
                  <a:srgbClr val="FBFBFB"/>
                </a:solidFill>
                <a:latin typeface="Futura Lt BT Light"/>
                <a:cs typeface="Futura PT Book"/>
              </a:rPr>
              <a:t> </a:t>
            </a:r>
            <a:r>
              <a:rPr sz="2450" dirty="0">
                <a:solidFill>
                  <a:srgbClr val="FBFBFB"/>
                </a:solidFill>
                <a:latin typeface="Futura Lt BT Light"/>
                <a:cs typeface="Futura PT Book"/>
              </a:rPr>
              <a:t>em</a:t>
            </a:r>
            <a:r>
              <a:rPr sz="2450" spc="295" dirty="0">
                <a:solidFill>
                  <a:srgbClr val="FBFBFB"/>
                </a:solidFill>
                <a:latin typeface="Futura Lt BT Light"/>
                <a:cs typeface="Futura PT Book"/>
              </a:rPr>
              <a:t> </a:t>
            </a:r>
            <a:r>
              <a:rPr sz="2450" dirty="0">
                <a:solidFill>
                  <a:srgbClr val="FBFBFB"/>
                </a:solidFill>
                <a:latin typeface="Futura Lt BT Light"/>
                <a:cs typeface="Futura PT Book"/>
              </a:rPr>
              <a:t>caráter</a:t>
            </a:r>
            <a:r>
              <a:rPr sz="2450" spc="295" dirty="0">
                <a:solidFill>
                  <a:srgbClr val="FBFBFB"/>
                </a:solidFill>
                <a:latin typeface="Futura Lt BT Light"/>
                <a:cs typeface="Futura PT Book"/>
              </a:rPr>
              <a:t> </a:t>
            </a:r>
            <a:r>
              <a:rPr sz="2450" dirty="0">
                <a:solidFill>
                  <a:srgbClr val="FBFBFB"/>
                </a:solidFill>
                <a:latin typeface="Futura Lt BT Light"/>
                <a:cs typeface="Futura PT Book"/>
              </a:rPr>
              <a:t>confidencial</a:t>
            </a:r>
            <a:r>
              <a:rPr sz="2450" spc="300" dirty="0">
                <a:solidFill>
                  <a:srgbClr val="FBFBFB"/>
                </a:solidFill>
                <a:latin typeface="Futura Lt BT Light"/>
                <a:cs typeface="Futura PT Book"/>
              </a:rPr>
              <a:t> </a:t>
            </a:r>
            <a:r>
              <a:rPr sz="2450" dirty="0">
                <a:solidFill>
                  <a:srgbClr val="FBFBFB"/>
                </a:solidFill>
                <a:latin typeface="Futura Lt BT Light"/>
                <a:cs typeface="Futura PT Book"/>
              </a:rPr>
              <a:t>e</a:t>
            </a:r>
            <a:r>
              <a:rPr sz="2450" spc="295" dirty="0">
                <a:solidFill>
                  <a:srgbClr val="FBFBFB"/>
                </a:solidFill>
                <a:latin typeface="Futura Lt BT Light"/>
                <a:cs typeface="Futura PT Book"/>
              </a:rPr>
              <a:t> </a:t>
            </a:r>
            <a:r>
              <a:rPr sz="2450" dirty="0">
                <a:solidFill>
                  <a:srgbClr val="FBFBFB"/>
                </a:solidFill>
                <a:latin typeface="Futura Lt BT Light"/>
                <a:cs typeface="Futura PT Book"/>
              </a:rPr>
              <a:t>sigiloso,</a:t>
            </a:r>
            <a:r>
              <a:rPr sz="2450" spc="300" dirty="0">
                <a:solidFill>
                  <a:srgbClr val="FBFBFB"/>
                </a:solidFill>
                <a:latin typeface="Futura Lt BT Light"/>
                <a:cs typeface="Futura PT Book"/>
              </a:rPr>
              <a:t> </a:t>
            </a:r>
            <a:r>
              <a:rPr sz="2450" dirty="0">
                <a:solidFill>
                  <a:srgbClr val="FBFBFB"/>
                </a:solidFill>
                <a:latin typeface="Futura Lt BT Light"/>
                <a:cs typeface="Futura PT Book"/>
              </a:rPr>
              <a:t>por</a:t>
            </a:r>
            <a:r>
              <a:rPr sz="2450" spc="295" dirty="0">
                <a:solidFill>
                  <a:srgbClr val="FBFBFB"/>
                </a:solidFill>
                <a:latin typeface="Futura Lt BT Light"/>
                <a:cs typeface="Futura PT Book"/>
              </a:rPr>
              <a:t> </a:t>
            </a:r>
            <a:r>
              <a:rPr sz="2450" spc="-10" dirty="0">
                <a:solidFill>
                  <a:srgbClr val="FBFBFB"/>
                </a:solidFill>
                <a:latin typeface="Futura Lt BT Light"/>
                <a:cs typeface="Futura PT Book"/>
              </a:rPr>
              <a:t>prazo</a:t>
            </a:r>
            <a:endParaRPr sz="2450" dirty="0">
              <a:latin typeface="Futura Lt BT Light"/>
              <a:cs typeface="Futura PT Book"/>
            </a:endParaRPr>
          </a:p>
          <a:p>
            <a:pPr marL="12700" marR="5080" algn="just">
              <a:lnSpc>
                <a:spcPts val="4950"/>
              </a:lnSpc>
              <a:spcBef>
                <a:spcPts val="300"/>
              </a:spcBef>
            </a:pPr>
            <a:r>
              <a:rPr sz="2450" dirty="0">
                <a:solidFill>
                  <a:srgbClr val="FBFBFB"/>
                </a:solidFill>
                <a:latin typeface="Futura Lt BT Light"/>
                <a:cs typeface="Futura PT Book"/>
              </a:rPr>
              <a:t>indeterminado,</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todas</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e</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quaisquer</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informações</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que</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tiver</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acesso</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durante</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a</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execução</a:t>
            </a:r>
            <a:r>
              <a:rPr sz="2450" spc="245" dirty="0">
                <a:solidFill>
                  <a:srgbClr val="FBFBFB"/>
                </a:solidFill>
                <a:latin typeface="Futura Lt BT Light"/>
                <a:cs typeface="Futura PT Book"/>
              </a:rPr>
              <a:t> </a:t>
            </a:r>
            <a:r>
              <a:rPr sz="2450" dirty="0">
                <a:solidFill>
                  <a:srgbClr val="FBFBFB"/>
                </a:solidFill>
                <a:latin typeface="Futura Lt BT Light"/>
                <a:cs typeface="Futura PT Book"/>
              </a:rPr>
              <a:t>dos</a:t>
            </a:r>
            <a:r>
              <a:rPr sz="2450" spc="245" dirty="0">
                <a:solidFill>
                  <a:srgbClr val="FBFBFB"/>
                </a:solidFill>
                <a:latin typeface="Futura Lt BT Light"/>
                <a:cs typeface="Futura PT Book"/>
              </a:rPr>
              <a:t> </a:t>
            </a:r>
            <a:r>
              <a:rPr sz="2450" spc="-10" dirty="0">
                <a:solidFill>
                  <a:srgbClr val="FBFBFB"/>
                </a:solidFill>
                <a:latin typeface="Futura Lt BT Light"/>
                <a:cs typeface="Futura PT Book"/>
              </a:rPr>
              <a:t>serviços. </a:t>
            </a:r>
            <a:r>
              <a:rPr sz="2450" dirty="0">
                <a:solidFill>
                  <a:srgbClr val="FBFBFB"/>
                </a:solidFill>
                <a:latin typeface="Futura Lt BT Light"/>
                <a:cs typeface="Futura PT Book"/>
              </a:rPr>
              <a:t>Para</a:t>
            </a:r>
            <a:r>
              <a:rPr sz="2450" spc="60" dirty="0">
                <a:solidFill>
                  <a:srgbClr val="FBFBFB"/>
                </a:solidFill>
                <a:latin typeface="Futura Lt BT Light"/>
                <a:cs typeface="Futura PT Book"/>
              </a:rPr>
              <a:t>  </a:t>
            </a:r>
            <a:r>
              <a:rPr sz="2450" dirty="0">
                <a:solidFill>
                  <a:srgbClr val="FBFBFB"/>
                </a:solidFill>
                <a:latin typeface="Futura Lt BT Light"/>
                <a:cs typeface="Futura PT Book"/>
              </a:rPr>
              <a:t>esses</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efeitos</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serão</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consideradas</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confidenciais</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informações</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que</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englobam,</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mas</a:t>
            </a:r>
            <a:r>
              <a:rPr sz="2450" spc="70" dirty="0">
                <a:solidFill>
                  <a:srgbClr val="FBFBFB"/>
                </a:solidFill>
                <a:latin typeface="Futura Lt BT Light"/>
                <a:cs typeface="Futura PT Book"/>
              </a:rPr>
              <a:t>  </a:t>
            </a:r>
            <a:r>
              <a:rPr sz="2450" dirty="0">
                <a:solidFill>
                  <a:srgbClr val="FBFBFB"/>
                </a:solidFill>
                <a:latin typeface="Futura Lt BT Light"/>
                <a:cs typeface="Futura PT Book"/>
              </a:rPr>
              <a:t>não</a:t>
            </a:r>
            <a:r>
              <a:rPr sz="2450" spc="75" dirty="0">
                <a:solidFill>
                  <a:srgbClr val="FBFBFB"/>
                </a:solidFill>
                <a:latin typeface="Futura Lt BT Light"/>
                <a:cs typeface="Futura PT Book"/>
              </a:rPr>
              <a:t>  </a:t>
            </a:r>
            <a:r>
              <a:rPr sz="2450" spc="-25" dirty="0">
                <a:solidFill>
                  <a:srgbClr val="FBFBFB"/>
                </a:solidFill>
                <a:latin typeface="Futura Lt BT Light"/>
                <a:cs typeface="Futura PT Book"/>
              </a:rPr>
              <a:t>se </a:t>
            </a:r>
            <a:r>
              <a:rPr sz="2450" dirty="0">
                <a:solidFill>
                  <a:srgbClr val="FBFBFB"/>
                </a:solidFill>
                <a:latin typeface="Futura Lt BT Light"/>
                <a:cs typeface="Futura PT Book"/>
              </a:rPr>
              <a:t>limitam,</a:t>
            </a:r>
            <a:r>
              <a:rPr sz="2450" spc="175" dirty="0">
                <a:solidFill>
                  <a:srgbClr val="FBFBFB"/>
                </a:solidFill>
                <a:latin typeface="Futura Lt BT Light"/>
                <a:cs typeface="Futura PT Book"/>
              </a:rPr>
              <a:t> </a:t>
            </a:r>
            <a:r>
              <a:rPr sz="2450" dirty="0">
                <a:solidFill>
                  <a:srgbClr val="FBFBFB"/>
                </a:solidFill>
                <a:latin typeface="Futura Lt BT Light"/>
                <a:cs typeface="Futura PT Book"/>
              </a:rPr>
              <a:t>a:</a:t>
            </a:r>
            <a:r>
              <a:rPr sz="2450" spc="180" dirty="0">
                <a:solidFill>
                  <a:srgbClr val="FBFBFB"/>
                </a:solidFill>
                <a:latin typeface="Futura Lt BT Light"/>
                <a:cs typeface="Futura PT Book"/>
              </a:rPr>
              <a:t> </a:t>
            </a:r>
            <a:r>
              <a:rPr sz="2450" dirty="0">
                <a:solidFill>
                  <a:srgbClr val="FBFBFB"/>
                </a:solidFill>
                <a:latin typeface="Futura Lt BT Light"/>
                <a:cs typeface="Futura PT Book"/>
              </a:rPr>
              <a:t>bancos</a:t>
            </a:r>
            <a:r>
              <a:rPr sz="2450" spc="175" dirty="0">
                <a:solidFill>
                  <a:srgbClr val="FBFBFB"/>
                </a:solidFill>
                <a:latin typeface="Futura Lt BT Light"/>
                <a:cs typeface="Futura PT Book"/>
              </a:rPr>
              <a:t> </a:t>
            </a:r>
            <a:r>
              <a:rPr sz="2450" dirty="0">
                <a:solidFill>
                  <a:srgbClr val="FBFBFB"/>
                </a:solidFill>
                <a:latin typeface="Futura Lt BT Light"/>
                <a:cs typeface="Futura PT Book"/>
              </a:rPr>
              <a:t>de</a:t>
            </a:r>
            <a:r>
              <a:rPr sz="2450" spc="175" dirty="0">
                <a:solidFill>
                  <a:srgbClr val="FBFBFB"/>
                </a:solidFill>
                <a:latin typeface="Futura Lt BT Light"/>
                <a:cs typeface="Futura PT Book"/>
              </a:rPr>
              <a:t> </a:t>
            </a:r>
            <a:r>
              <a:rPr sz="2450" dirty="0">
                <a:solidFill>
                  <a:srgbClr val="FBFBFB"/>
                </a:solidFill>
                <a:latin typeface="Futura Lt BT Light"/>
                <a:cs typeface="Futura PT Book"/>
              </a:rPr>
              <a:t>dados,</a:t>
            </a:r>
            <a:r>
              <a:rPr sz="2450" spc="180" dirty="0">
                <a:solidFill>
                  <a:srgbClr val="FBFBFB"/>
                </a:solidFill>
                <a:latin typeface="Futura Lt BT Light"/>
                <a:cs typeface="Futura PT Book"/>
              </a:rPr>
              <a:t> </a:t>
            </a:r>
            <a:r>
              <a:rPr sz="2450" dirty="0">
                <a:solidFill>
                  <a:srgbClr val="FBFBFB"/>
                </a:solidFill>
                <a:latin typeface="Futura Lt BT Light"/>
                <a:cs typeface="Futura PT Book"/>
              </a:rPr>
              <a:t>relatórios,</a:t>
            </a:r>
            <a:r>
              <a:rPr sz="2450" spc="175" dirty="0">
                <a:solidFill>
                  <a:srgbClr val="FBFBFB"/>
                </a:solidFill>
                <a:latin typeface="Futura Lt BT Light"/>
                <a:cs typeface="Futura PT Book"/>
              </a:rPr>
              <a:t> </a:t>
            </a:r>
            <a:r>
              <a:rPr sz="2450" dirty="0">
                <a:solidFill>
                  <a:srgbClr val="FBFBFB"/>
                </a:solidFill>
                <a:latin typeface="Futura Lt BT Light"/>
                <a:cs typeface="Futura PT Book"/>
              </a:rPr>
              <a:t>dados</a:t>
            </a:r>
            <a:r>
              <a:rPr sz="2450" spc="180" dirty="0">
                <a:solidFill>
                  <a:srgbClr val="FBFBFB"/>
                </a:solidFill>
                <a:latin typeface="Futura Lt BT Light"/>
                <a:cs typeface="Futura PT Book"/>
              </a:rPr>
              <a:t> </a:t>
            </a:r>
            <a:r>
              <a:rPr sz="2450" dirty="0">
                <a:solidFill>
                  <a:srgbClr val="FBFBFB"/>
                </a:solidFill>
                <a:latin typeface="Futura Lt BT Light"/>
                <a:cs typeface="Futura PT Book"/>
              </a:rPr>
              <a:t>financeiros;</a:t>
            </a:r>
            <a:r>
              <a:rPr sz="2450" spc="175" dirty="0">
                <a:solidFill>
                  <a:srgbClr val="FBFBFB"/>
                </a:solidFill>
                <a:latin typeface="Futura Lt BT Light"/>
                <a:cs typeface="Futura PT Book"/>
              </a:rPr>
              <a:t> </a:t>
            </a:r>
            <a:r>
              <a:rPr sz="2450" dirty="0">
                <a:solidFill>
                  <a:srgbClr val="FBFBFB"/>
                </a:solidFill>
                <a:latin typeface="Futura Lt BT Light"/>
                <a:cs typeface="Futura PT Book"/>
              </a:rPr>
              <a:t>informações</a:t>
            </a:r>
            <a:r>
              <a:rPr sz="2450" spc="175" dirty="0">
                <a:solidFill>
                  <a:srgbClr val="FBFBFB"/>
                </a:solidFill>
                <a:latin typeface="Futura Lt BT Light"/>
                <a:cs typeface="Futura PT Book"/>
              </a:rPr>
              <a:t> </a:t>
            </a:r>
            <a:r>
              <a:rPr sz="2450" dirty="0">
                <a:solidFill>
                  <a:srgbClr val="FBFBFB"/>
                </a:solidFill>
                <a:latin typeface="Futura Lt BT Light"/>
                <a:cs typeface="Futura PT Book"/>
              </a:rPr>
              <a:t>relativas</a:t>
            </a:r>
            <a:r>
              <a:rPr sz="2450" spc="180" dirty="0">
                <a:solidFill>
                  <a:srgbClr val="FBFBFB"/>
                </a:solidFill>
                <a:latin typeface="Futura Lt BT Light"/>
                <a:cs typeface="Futura PT Book"/>
              </a:rPr>
              <a:t> </a:t>
            </a:r>
            <a:r>
              <a:rPr sz="2450" dirty="0">
                <a:solidFill>
                  <a:srgbClr val="FBFBFB"/>
                </a:solidFill>
                <a:latin typeface="Futura Lt BT Light"/>
                <a:cs typeface="Futura PT Book"/>
              </a:rPr>
              <a:t>a</a:t>
            </a:r>
            <a:r>
              <a:rPr sz="2450" spc="175" dirty="0">
                <a:solidFill>
                  <a:srgbClr val="FBFBFB"/>
                </a:solidFill>
                <a:latin typeface="Futura Lt BT Light"/>
                <a:cs typeface="Futura PT Book"/>
              </a:rPr>
              <a:t> </a:t>
            </a:r>
            <a:r>
              <a:rPr sz="2450" dirty="0">
                <a:solidFill>
                  <a:srgbClr val="FBFBFB"/>
                </a:solidFill>
                <a:latin typeface="Futura Lt BT Light"/>
                <a:cs typeface="Futura PT Book"/>
              </a:rPr>
              <a:t>contratos,</a:t>
            </a:r>
            <a:r>
              <a:rPr sz="2450" spc="175" dirty="0">
                <a:solidFill>
                  <a:srgbClr val="FBFBFB"/>
                </a:solidFill>
                <a:latin typeface="Futura Lt BT Light"/>
                <a:cs typeface="Futura PT Book"/>
              </a:rPr>
              <a:t> </a:t>
            </a:r>
            <a:r>
              <a:rPr sz="2450" spc="-20" dirty="0">
                <a:solidFill>
                  <a:srgbClr val="FBFBFB"/>
                </a:solidFill>
                <a:latin typeface="Futura Lt BT Light"/>
                <a:cs typeface="Futura PT Book"/>
              </a:rPr>
              <a:t>além </a:t>
            </a:r>
            <a:r>
              <a:rPr sz="2450" dirty="0">
                <a:solidFill>
                  <a:srgbClr val="FBFBFB"/>
                </a:solidFill>
                <a:latin typeface="Futura Lt BT Light"/>
                <a:cs typeface="Futura PT Book"/>
              </a:rPr>
              <a:t>de</a:t>
            </a:r>
            <a:r>
              <a:rPr sz="2450" spc="470" dirty="0">
                <a:solidFill>
                  <a:srgbClr val="FBFBFB"/>
                </a:solidFill>
                <a:latin typeface="Futura Lt BT Light"/>
                <a:cs typeface="Futura PT Book"/>
              </a:rPr>
              <a:t> </a:t>
            </a:r>
            <a:r>
              <a:rPr sz="2450" dirty="0">
                <a:solidFill>
                  <a:srgbClr val="FBFBFB"/>
                </a:solidFill>
                <a:latin typeface="Futura Lt BT Light"/>
                <a:cs typeface="Futura PT Book"/>
              </a:rPr>
              <a:t>outras</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obtidas</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de</a:t>
            </a:r>
            <a:r>
              <a:rPr sz="2450" spc="484" dirty="0">
                <a:solidFill>
                  <a:srgbClr val="FBFBFB"/>
                </a:solidFill>
                <a:latin typeface="Futura Lt BT Light"/>
                <a:cs typeface="Futura PT Book"/>
              </a:rPr>
              <a:t> </a:t>
            </a:r>
            <a:r>
              <a:rPr sz="2450" dirty="0">
                <a:solidFill>
                  <a:srgbClr val="FBFBFB"/>
                </a:solidFill>
                <a:latin typeface="Futura Lt BT Light"/>
                <a:cs typeface="Futura PT Book"/>
              </a:rPr>
              <a:t>forma</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oral,</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escrita,</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gravada</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ou</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divulgada</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por</a:t>
            </a:r>
            <a:r>
              <a:rPr sz="2450" spc="484" dirty="0">
                <a:solidFill>
                  <a:srgbClr val="FBFBFB"/>
                </a:solidFill>
                <a:latin typeface="Futura Lt BT Light"/>
                <a:cs typeface="Futura PT Book"/>
              </a:rPr>
              <a:t> </a:t>
            </a:r>
            <a:r>
              <a:rPr sz="2450" dirty="0">
                <a:solidFill>
                  <a:srgbClr val="FBFBFB"/>
                </a:solidFill>
                <a:latin typeface="Futura Lt BT Light"/>
                <a:cs typeface="Futura PT Book"/>
              </a:rPr>
              <a:t>outro</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meio</a:t>
            </a:r>
            <a:r>
              <a:rPr sz="2450" spc="480" dirty="0">
                <a:solidFill>
                  <a:srgbClr val="FBFBFB"/>
                </a:solidFill>
                <a:latin typeface="Futura Lt BT Light"/>
                <a:cs typeface="Futura PT Book"/>
              </a:rPr>
              <a:t> </a:t>
            </a:r>
            <a:r>
              <a:rPr sz="2450" dirty="0">
                <a:solidFill>
                  <a:srgbClr val="FBFBFB"/>
                </a:solidFill>
                <a:latin typeface="Futura Lt BT Light"/>
                <a:cs typeface="Futura PT Book"/>
              </a:rPr>
              <a:t>qualquer</a:t>
            </a:r>
            <a:r>
              <a:rPr sz="2450" spc="480" dirty="0">
                <a:solidFill>
                  <a:srgbClr val="FBFBFB"/>
                </a:solidFill>
                <a:latin typeface="Futura Lt BT Light"/>
                <a:cs typeface="Futura PT Book"/>
              </a:rPr>
              <a:t> </a:t>
            </a:r>
            <a:r>
              <a:rPr sz="2450" spc="-20" dirty="0">
                <a:solidFill>
                  <a:srgbClr val="FBFBFB"/>
                </a:solidFill>
                <a:latin typeface="Futura Lt BT Light"/>
                <a:cs typeface="Futura PT Book"/>
              </a:rPr>
              <a:t>pelo </a:t>
            </a:r>
            <a:r>
              <a:rPr sz="2450" spc="-10" dirty="0">
                <a:solidFill>
                  <a:srgbClr val="FBFBFB"/>
                </a:solidFill>
                <a:latin typeface="Futura Lt BT Light"/>
                <a:cs typeface="Futura PT Book"/>
              </a:rPr>
              <a:t>cliente.</a:t>
            </a:r>
            <a:endParaRPr sz="2450" dirty="0">
              <a:latin typeface="Futura Lt BT Light"/>
              <a:cs typeface="Futura PT Book"/>
            </a:endParaRPr>
          </a:p>
        </p:txBody>
      </p:sp>
      <p:grpSp>
        <p:nvGrpSpPr>
          <p:cNvPr id="6" name="object 6"/>
          <p:cNvGrpSpPr/>
          <p:nvPr/>
        </p:nvGrpSpPr>
        <p:grpSpPr>
          <a:xfrm>
            <a:off x="0" y="0"/>
            <a:ext cx="20104100" cy="11308715"/>
            <a:chOff x="0" y="0"/>
            <a:chExt cx="20104100" cy="11308715"/>
          </a:xfrm>
        </p:grpSpPr>
        <p:pic>
          <p:nvPicPr>
            <p:cNvPr id="7" name="object 7"/>
            <p:cNvPicPr/>
            <p:nvPr/>
          </p:nvPicPr>
          <p:blipFill>
            <a:blip r:embed="rId2" cstate="print"/>
            <a:stretch>
              <a:fillRect/>
            </a:stretch>
          </p:blipFill>
          <p:spPr>
            <a:xfrm>
              <a:off x="0" y="0"/>
              <a:ext cx="20104099" cy="5506722"/>
            </a:xfrm>
            <a:prstGeom prst="rect">
              <a:avLst/>
            </a:prstGeom>
          </p:spPr>
        </p:pic>
        <p:sp>
          <p:nvSpPr>
            <p:cNvPr id="8" name="object 8"/>
            <p:cNvSpPr/>
            <p:nvPr/>
          </p:nvSpPr>
          <p:spPr>
            <a:xfrm>
              <a:off x="0" y="0"/>
              <a:ext cx="20104100" cy="5501005"/>
            </a:xfrm>
            <a:custGeom>
              <a:avLst/>
              <a:gdLst/>
              <a:ahLst/>
              <a:cxnLst/>
              <a:rect l="l" t="t" r="r" b="b"/>
              <a:pathLst>
                <a:path w="20104100" h="5501005">
                  <a:moveTo>
                    <a:pt x="20104099" y="0"/>
                  </a:moveTo>
                  <a:lnTo>
                    <a:pt x="0" y="0"/>
                  </a:lnTo>
                  <a:lnTo>
                    <a:pt x="0" y="5500659"/>
                  </a:lnTo>
                  <a:lnTo>
                    <a:pt x="20104099" y="5500659"/>
                  </a:lnTo>
                  <a:lnTo>
                    <a:pt x="20104099" y="0"/>
                  </a:lnTo>
                  <a:close/>
                </a:path>
              </a:pathLst>
            </a:custGeom>
            <a:solidFill>
              <a:srgbClr val="060505">
                <a:alpha val="79998"/>
              </a:srgbClr>
            </a:solidFill>
          </p:spPr>
          <p:txBody>
            <a:bodyPr wrap="square" lIns="0" tIns="0" rIns="0" bIns="0" rtlCol="0"/>
            <a:lstStyle/>
            <a:p>
              <a:endParaRPr/>
            </a:p>
          </p:txBody>
        </p:sp>
        <p:sp>
          <p:nvSpPr>
            <p:cNvPr id="9" name="object 9"/>
            <p:cNvSpPr/>
            <p:nvPr/>
          </p:nvSpPr>
          <p:spPr>
            <a:xfrm>
              <a:off x="20009862" y="6146409"/>
              <a:ext cx="94615" cy="5162550"/>
            </a:xfrm>
            <a:custGeom>
              <a:avLst/>
              <a:gdLst/>
              <a:ahLst/>
              <a:cxnLst/>
              <a:rect l="l" t="t" r="r" b="b"/>
              <a:pathLst>
                <a:path w="94615" h="5162550">
                  <a:moveTo>
                    <a:pt x="94237" y="0"/>
                  </a:moveTo>
                  <a:lnTo>
                    <a:pt x="0" y="0"/>
                  </a:lnTo>
                  <a:lnTo>
                    <a:pt x="0" y="5162146"/>
                  </a:lnTo>
                  <a:lnTo>
                    <a:pt x="94237" y="5162146"/>
                  </a:lnTo>
                  <a:lnTo>
                    <a:pt x="94237" y="0"/>
                  </a:lnTo>
                  <a:close/>
                </a:path>
              </a:pathLst>
            </a:custGeom>
            <a:solidFill>
              <a:srgbClr val="006969"/>
            </a:solidFill>
          </p:spPr>
          <p:txBody>
            <a:bodyPr wrap="square" lIns="0" tIns="0" rIns="0" bIns="0" rtlCol="0"/>
            <a:lstStyle/>
            <a:p>
              <a:endParaRPr/>
            </a:p>
          </p:txBody>
        </p:sp>
        <p:sp>
          <p:nvSpPr>
            <p:cNvPr id="10" name="object 10"/>
            <p:cNvSpPr/>
            <p:nvPr/>
          </p:nvSpPr>
          <p:spPr>
            <a:xfrm>
              <a:off x="19748089" y="7099260"/>
              <a:ext cx="94615" cy="3612515"/>
            </a:xfrm>
            <a:custGeom>
              <a:avLst/>
              <a:gdLst/>
              <a:ahLst/>
              <a:cxnLst/>
              <a:rect l="l" t="t" r="r" b="b"/>
              <a:pathLst>
                <a:path w="94615" h="3612515">
                  <a:moveTo>
                    <a:pt x="94237" y="0"/>
                  </a:moveTo>
                  <a:lnTo>
                    <a:pt x="0" y="0"/>
                  </a:lnTo>
                  <a:lnTo>
                    <a:pt x="0" y="3612455"/>
                  </a:lnTo>
                  <a:lnTo>
                    <a:pt x="94237" y="3612455"/>
                  </a:lnTo>
                  <a:lnTo>
                    <a:pt x="94237" y="0"/>
                  </a:lnTo>
                  <a:close/>
                </a:path>
              </a:pathLst>
            </a:custGeom>
            <a:solidFill>
              <a:srgbClr val="C69A78">
                <a:alpha val="89999"/>
              </a:srgbClr>
            </a:solidFill>
          </p:spPr>
          <p:txBody>
            <a:bodyPr wrap="square" lIns="0" tIns="0" rIns="0" bIns="0" rtlCol="0"/>
            <a:lstStyle/>
            <a:p>
              <a:endParaRPr/>
            </a:p>
          </p:txBody>
        </p:sp>
        <p:sp>
          <p:nvSpPr>
            <p:cNvPr id="11" name="object 11"/>
            <p:cNvSpPr/>
            <p:nvPr/>
          </p:nvSpPr>
          <p:spPr>
            <a:xfrm>
              <a:off x="11313508" y="1670682"/>
              <a:ext cx="8790940" cy="1550035"/>
            </a:xfrm>
            <a:custGeom>
              <a:avLst/>
              <a:gdLst/>
              <a:ahLst/>
              <a:cxnLst/>
              <a:rect l="l" t="t" r="r" b="b"/>
              <a:pathLst>
                <a:path w="8790940" h="1550035">
                  <a:moveTo>
                    <a:pt x="0" y="1549690"/>
                  </a:moveTo>
                  <a:lnTo>
                    <a:pt x="8790590" y="1549690"/>
                  </a:lnTo>
                  <a:lnTo>
                    <a:pt x="8790590" y="0"/>
                  </a:lnTo>
                  <a:lnTo>
                    <a:pt x="0" y="0"/>
                  </a:lnTo>
                  <a:lnTo>
                    <a:pt x="0" y="1549690"/>
                  </a:lnTo>
                  <a:close/>
                </a:path>
              </a:pathLst>
            </a:custGeom>
            <a:solidFill>
              <a:srgbClr val="090706">
                <a:alpha val="64999"/>
              </a:srgbClr>
            </a:solidFill>
          </p:spPr>
          <p:txBody>
            <a:bodyPr wrap="square" lIns="0" tIns="0" rIns="0" bIns="0" rtlCol="0"/>
            <a:lstStyle/>
            <a:p>
              <a:endParaRPr/>
            </a:p>
          </p:txBody>
        </p:sp>
      </p:grpSp>
      <p:sp>
        <p:nvSpPr>
          <p:cNvPr id="12" name="object 12"/>
          <p:cNvSpPr txBox="1">
            <a:spLocks noGrp="1"/>
          </p:cNvSpPr>
          <p:nvPr>
            <p:ph type="title"/>
          </p:nvPr>
        </p:nvSpPr>
        <p:spPr>
          <a:xfrm>
            <a:off x="12264127" y="1935508"/>
            <a:ext cx="7483962" cy="837409"/>
          </a:xfrm>
          <a:prstGeom prst="rect">
            <a:avLst/>
          </a:prstGeom>
        </p:spPr>
        <p:txBody>
          <a:bodyPr vert="horz" wrap="square" lIns="0" tIns="13970" rIns="0" bIns="0" rtlCol="0">
            <a:spAutoFit/>
          </a:bodyPr>
          <a:lstStyle/>
          <a:p>
            <a:pPr marL="12700">
              <a:lnSpc>
                <a:spcPct val="100000"/>
              </a:lnSpc>
              <a:spcBef>
                <a:spcPts val="110"/>
              </a:spcBef>
            </a:pPr>
            <a:r>
              <a:rPr sz="5350" spc="-10" dirty="0">
                <a:solidFill>
                  <a:srgbClr val="F3FFCC"/>
                </a:solidFill>
                <a:latin typeface="Futura Lt BT Light"/>
              </a:rPr>
              <a:t>CONFIDENCIALIDADE</a:t>
            </a:r>
            <a:endParaRPr sz="5350" dirty="0">
              <a:latin typeface="Futura Lt BT Light"/>
            </a:endParaRPr>
          </a:p>
        </p:txBody>
      </p:sp>
      <p:sp>
        <p:nvSpPr>
          <p:cNvPr id="13" name="object 13"/>
          <p:cNvSpPr/>
          <p:nvPr/>
        </p:nvSpPr>
        <p:spPr>
          <a:xfrm>
            <a:off x="11879774" y="2077999"/>
            <a:ext cx="41910" cy="764540"/>
          </a:xfrm>
          <a:custGeom>
            <a:avLst/>
            <a:gdLst/>
            <a:ahLst/>
            <a:cxnLst/>
            <a:rect l="l" t="t" r="r" b="b"/>
            <a:pathLst>
              <a:path w="41909" h="764539">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0003" y="635022"/>
            <a:ext cx="10242550" cy="773930"/>
          </a:xfrm>
          <a:prstGeom prst="rect">
            <a:avLst/>
          </a:prstGeom>
        </p:spPr>
        <p:txBody>
          <a:bodyPr vert="horz" wrap="square" lIns="0" tIns="12065" rIns="0" bIns="0" rtlCol="0">
            <a:spAutoFit/>
          </a:bodyPr>
          <a:lstStyle/>
          <a:p>
            <a:pPr marL="12700">
              <a:lnSpc>
                <a:spcPct val="100000"/>
              </a:lnSpc>
              <a:spcBef>
                <a:spcPts val="95"/>
              </a:spcBef>
            </a:pPr>
            <a:r>
              <a:rPr dirty="0">
                <a:latin typeface="Futura Lt BT Light"/>
              </a:rPr>
              <a:t>ACEITE</a:t>
            </a:r>
            <a:r>
              <a:rPr spc="-145" dirty="0">
                <a:latin typeface="Futura Lt BT Light"/>
              </a:rPr>
              <a:t> </a:t>
            </a:r>
            <a:r>
              <a:rPr dirty="0">
                <a:latin typeface="Futura Lt BT Light"/>
              </a:rPr>
              <a:t>E</a:t>
            </a:r>
            <a:r>
              <a:rPr spc="-140" dirty="0">
                <a:latin typeface="Futura Lt BT Light"/>
              </a:rPr>
              <a:t> </a:t>
            </a:r>
            <a:r>
              <a:rPr spc="-30" dirty="0">
                <a:latin typeface="Futura Lt BT Light"/>
              </a:rPr>
              <a:t>CONTRATO</a:t>
            </a:r>
          </a:p>
        </p:txBody>
      </p:sp>
      <p:sp>
        <p:nvSpPr>
          <p:cNvPr id="3" name="object 3"/>
          <p:cNvSpPr/>
          <p:nvPr/>
        </p:nvSpPr>
        <p:spPr>
          <a:xfrm>
            <a:off x="492131" y="743432"/>
            <a:ext cx="41910" cy="764540"/>
          </a:xfrm>
          <a:custGeom>
            <a:avLst/>
            <a:gdLst/>
            <a:ahLst/>
            <a:cxnLst/>
            <a:rect l="l" t="t" r="r" b="b"/>
            <a:pathLst>
              <a:path w="41909" h="764540">
                <a:moveTo>
                  <a:pt x="41883" y="0"/>
                </a:moveTo>
                <a:lnTo>
                  <a:pt x="0" y="0"/>
                </a:lnTo>
                <a:lnTo>
                  <a:pt x="0" y="764374"/>
                </a:lnTo>
                <a:lnTo>
                  <a:pt x="41883" y="764374"/>
                </a:lnTo>
                <a:lnTo>
                  <a:pt x="41883" y="0"/>
                </a:lnTo>
                <a:close/>
              </a:path>
            </a:pathLst>
          </a:custGeom>
          <a:solidFill>
            <a:srgbClr val="C69A78">
              <a:alpha val="89999"/>
            </a:srgbClr>
          </a:solidFill>
        </p:spPr>
        <p:txBody>
          <a:bodyPr wrap="square" lIns="0" tIns="0" rIns="0" bIns="0" rtlCol="0"/>
          <a:lstStyle/>
          <a:p>
            <a:endParaRPr/>
          </a:p>
        </p:txBody>
      </p:sp>
      <p:sp>
        <p:nvSpPr>
          <p:cNvPr id="4" name="object 4"/>
          <p:cNvSpPr txBox="1">
            <a:spLocks noGrp="1"/>
          </p:cNvSpPr>
          <p:nvPr>
            <p:ph type="body" idx="1"/>
          </p:nvPr>
        </p:nvSpPr>
        <p:spPr>
          <a:xfrm>
            <a:off x="502725" y="2125098"/>
            <a:ext cx="15055215" cy="3394647"/>
          </a:xfrm>
          <a:prstGeom prst="rect">
            <a:avLst/>
          </a:prstGeom>
        </p:spPr>
        <p:txBody>
          <a:bodyPr vert="horz" wrap="square" lIns="0" tIns="12065" rIns="0" bIns="0" rtlCol="0">
            <a:spAutoFit/>
          </a:bodyPr>
          <a:lstStyle/>
          <a:p>
            <a:pPr marL="12700" marR="5080" algn="just">
              <a:lnSpc>
                <a:spcPct val="134600"/>
              </a:lnSpc>
              <a:spcBef>
                <a:spcPts val="95"/>
              </a:spcBef>
            </a:pPr>
            <a:r>
              <a:rPr dirty="0">
                <a:latin typeface="Futura Lt BT Light"/>
              </a:rPr>
              <a:t>Esta</a:t>
            </a:r>
            <a:r>
              <a:rPr spc="-15" dirty="0">
                <a:latin typeface="Futura Lt BT Light"/>
              </a:rPr>
              <a:t> </a:t>
            </a:r>
            <a:r>
              <a:rPr dirty="0">
                <a:latin typeface="Futura Lt BT Light"/>
              </a:rPr>
              <a:t>proposta</a:t>
            </a:r>
            <a:r>
              <a:rPr spc="-10" dirty="0">
                <a:latin typeface="Futura Lt BT Light"/>
              </a:rPr>
              <a:t> </a:t>
            </a:r>
            <a:r>
              <a:rPr dirty="0">
                <a:latin typeface="Futura Lt BT Light"/>
              </a:rPr>
              <a:t>constitui-se</a:t>
            </a:r>
            <a:r>
              <a:rPr spc="-10" dirty="0">
                <a:latin typeface="Futura Lt BT Light"/>
              </a:rPr>
              <a:t> </a:t>
            </a:r>
            <a:r>
              <a:rPr dirty="0">
                <a:latin typeface="Futura Lt BT Light"/>
              </a:rPr>
              <a:t>em</a:t>
            </a:r>
            <a:r>
              <a:rPr spc="-15" dirty="0">
                <a:latin typeface="Futura Lt BT Light"/>
              </a:rPr>
              <a:t> </a:t>
            </a:r>
            <a:r>
              <a:rPr dirty="0">
                <a:latin typeface="Futura Lt BT Light"/>
              </a:rPr>
              <a:t>um</a:t>
            </a:r>
            <a:r>
              <a:rPr spc="-10" dirty="0">
                <a:latin typeface="Futura Lt BT Light"/>
              </a:rPr>
              <a:t> </a:t>
            </a:r>
            <a:r>
              <a:rPr dirty="0">
                <a:latin typeface="Futura Lt BT Light"/>
              </a:rPr>
              <a:t>acordo</a:t>
            </a:r>
            <a:r>
              <a:rPr spc="-10" dirty="0">
                <a:latin typeface="Futura Lt BT Light"/>
              </a:rPr>
              <a:t> </a:t>
            </a:r>
            <a:r>
              <a:rPr dirty="0">
                <a:latin typeface="Futura Lt BT Light"/>
              </a:rPr>
              <a:t>fidedigno</a:t>
            </a:r>
            <a:r>
              <a:rPr spc="-10" dirty="0">
                <a:latin typeface="Futura Lt BT Light"/>
              </a:rPr>
              <a:t> </a:t>
            </a:r>
            <a:r>
              <a:rPr dirty="0">
                <a:latin typeface="Futura Lt BT Light"/>
              </a:rPr>
              <a:t>entre</a:t>
            </a:r>
            <a:r>
              <a:rPr spc="-15" dirty="0">
                <a:latin typeface="Futura Lt BT Light"/>
              </a:rPr>
              <a:t> </a:t>
            </a:r>
            <a:r>
              <a:rPr dirty="0">
                <a:latin typeface="Futura Lt BT Light"/>
              </a:rPr>
              <a:t>as</a:t>
            </a:r>
            <a:r>
              <a:rPr spc="-10" dirty="0">
                <a:latin typeface="Futura Lt BT Light"/>
              </a:rPr>
              <a:t> </a:t>
            </a:r>
            <a:r>
              <a:rPr dirty="0">
                <a:latin typeface="Futura Lt BT Light"/>
              </a:rPr>
              <a:t>partes</a:t>
            </a:r>
            <a:r>
              <a:rPr spc="-10" dirty="0">
                <a:latin typeface="Futura Lt BT Light"/>
              </a:rPr>
              <a:t> </a:t>
            </a:r>
            <a:r>
              <a:rPr dirty="0">
                <a:latin typeface="Futura Lt BT Light"/>
              </a:rPr>
              <a:t>com</a:t>
            </a:r>
            <a:r>
              <a:rPr spc="-10" dirty="0">
                <a:latin typeface="Futura Lt BT Light"/>
              </a:rPr>
              <a:t> </a:t>
            </a:r>
            <a:r>
              <a:rPr dirty="0">
                <a:latin typeface="Futura Lt BT Light"/>
              </a:rPr>
              <a:t>respeito</a:t>
            </a:r>
            <a:r>
              <a:rPr spc="-15" dirty="0">
                <a:latin typeface="Futura Lt BT Light"/>
              </a:rPr>
              <a:t> </a:t>
            </a:r>
            <a:r>
              <a:rPr dirty="0">
                <a:latin typeface="Futura Lt BT Light"/>
              </a:rPr>
              <a:t>ao</a:t>
            </a:r>
            <a:r>
              <a:rPr spc="-10" dirty="0">
                <a:latin typeface="Futura Lt BT Light"/>
              </a:rPr>
              <a:t> </a:t>
            </a:r>
            <a:r>
              <a:rPr dirty="0">
                <a:latin typeface="Futura Lt BT Light"/>
              </a:rPr>
              <a:t>assunto</a:t>
            </a:r>
            <a:r>
              <a:rPr spc="-10" dirty="0">
                <a:latin typeface="Futura Lt BT Light"/>
              </a:rPr>
              <a:t> </a:t>
            </a:r>
            <a:r>
              <a:rPr dirty="0">
                <a:latin typeface="Futura Lt BT Light"/>
              </a:rPr>
              <a:t>objeto</a:t>
            </a:r>
            <a:r>
              <a:rPr spc="-10" dirty="0">
                <a:latin typeface="Futura Lt BT Light"/>
              </a:rPr>
              <a:t> </a:t>
            </a:r>
            <a:r>
              <a:rPr dirty="0">
                <a:latin typeface="Futura Lt BT Light"/>
              </a:rPr>
              <a:t>desta.</a:t>
            </a:r>
            <a:r>
              <a:rPr spc="-15" dirty="0">
                <a:latin typeface="Futura Lt BT Light"/>
              </a:rPr>
              <a:t> </a:t>
            </a:r>
            <a:r>
              <a:rPr dirty="0">
                <a:latin typeface="Futura Lt BT Light"/>
              </a:rPr>
              <a:t>Para</a:t>
            </a:r>
            <a:r>
              <a:rPr spc="-10" dirty="0">
                <a:latin typeface="Futura Lt BT Light"/>
              </a:rPr>
              <a:t> </a:t>
            </a:r>
            <a:r>
              <a:rPr spc="-25" dirty="0">
                <a:latin typeface="Futura Lt BT Light"/>
              </a:rPr>
              <a:t>ser </a:t>
            </a:r>
            <a:r>
              <a:rPr dirty="0">
                <a:latin typeface="Futura Lt BT Light"/>
              </a:rPr>
              <a:t>considerada</a:t>
            </a:r>
            <a:r>
              <a:rPr spc="-20" dirty="0">
                <a:latin typeface="Futura Lt BT Light"/>
              </a:rPr>
              <a:t> </a:t>
            </a:r>
            <a:r>
              <a:rPr dirty="0">
                <a:latin typeface="Futura Lt BT Light"/>
              </a:rPr>
              <a:t>aceita</a:t>
            </a:r>
            <a:r>
              <a:rPr spc="-20" dirty="0">
                <a:latin typeface="Futura Lt BT Light"/>
              </a:rPr>
              <a:t> </a:t>
            </a:r>
            <a:r>
              <a:rPr dirty="0">
                <a:latin typeface="Futura Lt BT Light"/>
              </a:rPr>
              <a:t>a</a:t>
            </a:r>
            <a:r>
              <a:rPr spc="-15" dirty="0">
                <a:latin typeface="Futura Lt BT Light"/>
              </a:rPr>
              <a:t> </a:t>
            </a:r>
            <a:r>
              <a:rPr dirty="0">
                <a:latin typeface="Futura Lt BT Light"/>
              </a:rPr>
              <a:t>proposta</a:t>
            </a:r>
            <a:r>
              <a:rPr spc="-20" dirty="0">
                <a:latin typeface="Futura Lt BT Light"/>
              </a:rPr>
              <a:t> </a:t>
            </a:r>
            <a:r>
              <a:rPr dirty="0">
                <a:latin typeface="Futura Lt BT Light"/>
              </a:rPr>
              <a:t>deverá</a:t>
            </a:r>
            <a:r>
              <a:rPr spc="-15" dirty="0">
                <a:latin typeface="Futura Lt BT Light"/>
              </a:rPr>
              <a:t> </a:t>
            </a:r>
            <a:r>
              <a:rPr dirty="0">
                <a:latin typeface="Futura Lt BT Light"/>
              </a:rPr>
              <a:t>ser</a:t>
            </a:r>
            <a:r>
              <a:rPr spc="-20" dirty="0">
                <a:latin typeface="Futura Lt BT Light"/>
              </a:rPr>
              <a:t> </a:t>
            </a:r>
            <a:r>
              <a:rPr dirty="0">
                <a:latin typeface="Futura Lt BT Light"/>
              </a:rPr>
              <a:t>subscrita</a:t>
            </a:r>
            <a:r>
              <a:rPr spc="-15" dirty="0">
                <a:latin typeface="Futura Lt BT Light"/>
              </a:rPr>
              <a:t> </a:t>
            </a:r>
            <a:r>
              <a:rPr dirty="0">
                <a:latin typeface="Futura Lt BT Light"/>
              </a:rPr>
              <a:t>pelo</a:t>
            </a:r>
            <a:r>
              <a:rPr spc="-20" dirty="0">
                <a:latin typeface="Futura Lt BT Light"/>
              </a:rPr>
              <a:t> </a:t>
            </a:r>
            <a:r>
              <a:rPr dirty="0">
                <a:latin typeface="Futura Lt BT Light"/>
              </a:rPr>
              <a:t>Representante</a:t>
            </a:r>
            <a:r>
              <a:rPr spc="-15" dirty="0">
                <a:latin typeface="Futura Lt BT Light"/>
              </a:rPr>
              <a:t> </a:t>
            </a:r>
            <a:r>
              <a:rPr dirty="0">
                <a:latin typeface="Futura Lt BT Light"/>
              </a:rPr>
              <a:t>legal</a:t>
            </a:r>
            <a:r>
              <a:rPr spc="-20" dirty="0">
                <a:latin typeface="Futura Lt BT Light"/>
              </a:rPr>
              <a:t> </a:t>
            </a:r>
            <a:r>
              <a:rPr dirty="0">
                <a:latin typeface="Futura Lt BT Light"/>
              </a:rPr>
              <a:t>da</a:t>
            </a:r>
            <a:r>
              <a:rPr spc="-15" dirty="0">
                <a:latin typeface="Futura Lt BT Light"/>
              </a:rPr>
              <a:t> </a:t>
            </a:r>
            <a:r>
              <a:rPr dirty="0">
                <a:latin typeface="Futura Lt BT Light"/>
              </a:rPr>
              <a:t>empresa</a:t>
            </a:r>
            <a:r>
              <a:rPr spc="-20" dirty="0">
                <a:latin typeface="Futura Lt BT Light"/>
              </a:rPr>
              <a:t> </a:t>
            </a:r>
            <a:r>
              <a:rPr dirty="0">
                <a:latin typeface="Futura Lt BT Light"/>
              </a:rPr>
              <a:t>solicitante</a:t>
            </a:r>
            <a:r>
              <a:rPr spc="-15" dirty="0">
                <a:latin typeface="Futura Lt BT Light"/>
              </a:rPr>
              <a:t> </a:t>
            </a:r>
            <a:r>
              <a:rPr dirty="0">
                <a:latin typeface="Futura Lt BT Light"/>
              </a:rPr>
              <a:t>acompanhada</a:t>
            </a:r>
            <a:r>
              <a:rPr spc="-20" dirty="0">
                <a:latin typeface="Futura Lt BT Light"/>
              </a:rPr>
              <a:t> </a:t>
            </a:r>
            <a:r>
              <a:rPr dirty="0">
                <a:latin typeface="Futura Lt BT Light"/>
              </a:rPr>
              <a:t>de</a:t>
            </a:r>
            <a:r>
              <a:rPr spc="-15" dirty="0">
                <a:latin typeface="Futura Lt BT Light"/>
              </a:rPr>
              <a:t> </a:t>
            </a:r>
            <a:r>
              <a:rPr spc="-20" dirty="0">
                <a:latin typeface="Futura Lt BT Light"/>
              </a:rPr>
              <a:t>toda </a:t>
            </a:r>
            <a:r>
              <a:rPr dirty="0">
                <a:latin typeface="Futura Lt BT Light"/>
              </a:rPr>
              <a:t>documentação</a:t>
            </a:r>
            <a:r>
              <a:rPr spc="-15" dirty="0">
                <a:latin typeface="Futura Lt BT Light"/>
              </a:rPr>
              <a:t> </a:t>
            </a:r>
            <a:r>
              <a:rPr dirty="0">
                <a:latin typeface="Futura Lt BT Light"/>
              </a:rPr>
              <a:t>necessária</a:t>
            </a:r>
            <a:r>
              <a:rPr spc="-10" dirty="0">
                <a:latin typeface="Futura Lt BT Light"/>
              </a:rPr>
              <a:t> </a:t>
            </a:r>
            <a:r>
              <a:rPr dirty="0">
                <a:latin typeface="Futura Lt BT Light"/>
              </a:rPr>
              <a:t>para</a:t>
            </a:r>
            <a:r>
              <a:rPr spc="-15" dirty="0">
                <a:latin typeface="Futura Lt BT Light"/>
              </a:rPr>
              <a:t> </a:t>
            </a:r>
            <a:r>
              <a:rPr dirty="0">
                <a:latin typeface="Futura Lt BT Light"/>
              </a:rPr>
              <a:t>o</a:t>
            </a:r>
            <a:r>
              <a:rPr spc="-10" dirty="0">
                <a:latin typeface="Futura Lt BT Light"/>
              </a:rPr>
              <a:t> </a:t>
            </a:r>
            <a:r>
              <a:rPr dirty="0">
                <a:latin typeface="Futura Lt BT Light"/>
              </a:rPr>
              <a:t>início</a:t>
            </a:r>
            <a:r>
              <a:rPr spc="-15" dirty="0">
                <a:latin typeface="Futura Lt BT Light"/>
              </a:rPr>
              <a:t> </a:t>
            </a:r>
            <a:r>
              <a:rPr dirty="0">
                <a:latin typeface="Futura Lt BT Light"/>
              </a:rPr>
              <a:t>da</a:t>
            </a:r>
            <a:r>
              <a:rPr spc="-10" dirty="0">
                <a:latin typeface="Futura Lt BT Light"/>
              </a:rPr>
              <a:t> </a:t>
            </a:r>
            <a:r>
              <a:rPr dirty="0">
                <a:latin typeface="Futura Lt BT Light"/>
              </a:rPr>
              <a:t>realização</a:t>
            </a:r>
            <a:r>
              <a:rPr spc="-15" dirty="0">
                <a:latin typeface="Futura Lt BT Light"/>
              </a:rPr>
              <a:t> </a:t>
            </a:r>
            <a:r>
              <a:rPr dirty="0">
                <a:latin typeface="Futura Lt BT Light"/>
              </a:rPr>
              <a:t>dos</a:t>
            </a:r>
            <a:r>
              <a:rPr spc="-10" dirty="0">
                <a:latin typeface="Futura Lt BT Light"/>
              </a:rPr>
              <a:t> trabalhos.</a:t>
            </a:r>
          </a:p>
          <a:p>
            <a:pPr algn="just">
              <a:lnSpc>
                <a:spcPct val="100000"/>
              </a:lnSpc>
              <a:spcBef>
                <a:spcPts val="35"/>
              </a:spcBef>
            </a:pPr>
            <a:endParaRPr sz="3850" dirty="0">
              <a:latin typeface="Futura Lt BT Light"/>
            </a:endParaRPr>
          </a:p>
          <a:p>
            <a:pPr marL="12700" algn="just">
              <a:lnSpc>
                <a:spcPct val="100000"/>
              </a:lnSpc>
              <a:spcBef>
                <a:spcPts val="5"/>
              </a:spcBef>
            </a:pPr>
            <a:r>
              <a:rPr dirty="0">
                <a:latin typeface="Futura Lt BT Light"/>
              </a:rPr>
              <a:t>Após</a:t>
            </a:r>
            <a:r>
              <a:rPr spc="-10" dirty="0">
                <a:latin typeface="Futura Lt BT Light"/>
              </a:rPr>
              <a:t> </a:t>
            </a:r>
            <a:r>
              <a:rPr dirty="0">
                <a:latin typeface="Futura Lt BT Light"/>
              </a:rPr>
              <a:t>o</a:t>
            </a:r>
            <a:r>
              <a:rPr spc="-10" dirty="0">
                <a:latin typeface="Futura Lt BT Light"/>
              </a:rPr>
              <a:t> </a:t>
            </a:r>
            <a:r>
              <a:rPr dirty="0">
                <a:latin typeface="Futura Lt BT Light"/>
              </a:rPr>
              <a:t>aceite</a:t>
            </a:r>
            <a:r>
              <a:rPr spc="-10" dirty="0">
                <a:latin typeface="Futura Lt BT Light"/>
              </a:rPr>
              <a:t> </a:t>
            </a:r>
            <a:r>
              <a:rPr dirty="0">
                <a:latin typeface="Futura Lt BT Light"/>
              </a:rPr>
              <a:t>da</a:t>
            </a:r>
            <a:r>
              <a:rPr spc="-5" dirty="0">
                <a:latin typeface="Futura Lt BT Light"/>
              </a:rPr>
              <a:t> </a:t>
            </a:r>
            <a:r>
              <a:rPr dirty="0">
                <a:latin typeface="Futura Lt BT Light"/>
              </a:rPr>
              <a:t>contratante</a:t>
            </a:r>
            <a:r>
              <a:rPr spc="-10" dirty="0">
                <a:latin typeface="Futura Lt BT Light"/>
              </a:rPr>
              <a:t> </a:t>
            </a:r>
            <a:r>
              <a:rPr dirty="0">
                <a:latin typeface="Futura Lt BT Light"/>
              </a:rPr>
              <a:t>essa</a:t>
            </a:r>
            <a:r>
              <a:rPr spc="-10" dirty="0">
                <a:latin typeface="Futura Lt BT Light"/>
              </a:rPr>
              <a:t> </a:t>
            </a:r>
            <a:r>
              <a:rPr dirty="0">
                <a:latin typeface="Futura Lt BT Light"/>
              </a:rPr>
              <a:t>proposta</a:t>
            </a:r>
            <a:r>
              <a:rPr spc="-5" dirty="0">
                <a:latin typeface="Futura Lt BT Light"/>
              </a:rPr>
              <a:t> </a:t>
            </a:r>
            <a:r>
              <a:rPr dirty="0">
                <a:latin typeface="Futura Lt BT Light"/>
              </a:rPr>
              <a:t>adquire</a:t>
            </a:r>
            <a:r>
              <a:rPr spc="-10" dirty="0">
                <a:latin typeface="Futura Lt BT Light"/>
              </a:rPr>
              <a:t> </a:t>
            </a:r>
            <a:r>
              <a:rPr dirty="0">
                <a:latin typeface="Futura Lt BT Light"/>
              </a:rPr>
              <a:t>forma</a:t>
            </a:r>
            <a:r>
              <a:rPr spc="-10" dirty="0">
                <a:latin typeface="Futura Lt BT Light"/>
              </a:rPr>
              <a:t> </a:t>
            </a:r>
            <a:r>
              <a:rPr dirty="0">
                <a:latin typeface="Futura Lt BT Light"/>
              </a:rPr>
              <a:t>de</a:t>
            </a:r>
            <a:r>
              <a:rPr spc="-10" dirty="0">
                <a:latin typeface="Futura Lt BT Light"/>
              </a:rPr>
              <a:t> </a:t>
            </a:r>
            <a:r>
              <a:rPr dirty="0">
                <a:latin typeface="Futura Lt BT Light"/>
              </a:rPr>
              <a:t>contrato,</a:t>
            </a:r>
            <a:r>
              <a:rPr spc="-5" dirty="0">
                <a:latin typeface="Futura Lt BT Light"/>
              </a:rPr>
              <a:t> </a:t>
            </a:r>
            <a:r>
              <a:rPr dirty="0">
                <a:latin typeface="Futura Lt BT Light"/>
              </a:rPr>
              <a:t>nos</a:t>
            </a:r>
            <a:r>
              <a:rPr spc="-10" dirty="0">
                <a:latin typeface="Futura Lt BT Light"/>
              </a:rPr>
              <a:t> </a:t>
            </a:r>
            <a:r>
              <a:rPr dirty="0">
                <a:latin typeface="Futura Lt BT Light"/>
              </a:rPr>
              <a:t>moldes</a:t>
            </a:r>
            <a:r>
              <a:rPr spc="-10" dirty="0">
                <a:latin typeface="Futura Lt BT Light"/>
              </a:rPr>
              <a:t> </a:t>
            </a:r>
            <a:r>
              <a:rPr dirty="0">
                <a:latin typeface="Futura Lt BT Light"/>
              </a:rPr>
              <a:t>da</a:t>
            </a:r>
            <a:r>
              <a:rPr spc="-5" dirty="0">
                <a:latin typeface="Futura Lt BT Light"/>
              </a:rPr>
              <a:t> </a:t>
            </a:r>
            <a:r>
              <a:rPr dirty="0">
                <a:latin typeface="Futura Lt BT Light"/>
              </a:rPr>
              <a:t>legislação</a:t>
            </a:r>
            <a:r>
              <a:rPr spc="-10" dirty="0">
                <a:latin typeface="Futura Lt BT Light"/>
              </a:rPr>
              <a:t> </a:t>
            </a:r>
            <a:r>
              <a:rPr dirty="0">
                <a:latin typeface="Futura Lt BT Light"/>
              </a:rPr>
              <a:t>civil</a:t>
            </a:r>
            <a:r>
              <a:rPr spc="-10" dirty="0">
                <a:latin typeface="Futura Lt BT Light"/>
              </a:rPr>
              <a:t> </a:t>
            </a:r>
            <a:r>
              <a:rPr dirty="0">
                <a:latin typeface="Futura Lt BT Light"/>
              </a:rPr>
              <a:t>em</a:t>
            </a:r>
            <a:r>
              <a:rPr spc="-5" dirty="0">
                <a:latin typeface="Futura Lt BT Light"/>
              </a:rPr>
              <a:t> </a:t>
            </a:r>
            <a:r>
              <a:rPr spc="-10" dirty="0">
                <a:latin typeface="Futura Lt BT Light"/>
              </a:rPr>
              <a:t>vigor.</a:t>
            </a:r>
          </a:p>
        </p:txBody>
      </p:sp>
      <p:grpSp>
        <p:nvGrpSpPr>
          <p:cNvPr id="5" name="object 5"/>
          <p:cNvGrpSpPr/>
          <p:nvPr/>
        </p:nvGrpSpPr>
        <p:grpSpPr>
          <a:xfrm>
            <a:off x="19528201" y="335068"/>
            <a:ext cx="94615" cy="10460990"/>
            <a:chOff x="19528201" y="335068"/>
            <a:chExt cx="94615" cy="10460990"/>
          </a:xfrm>
        </p:grpSpPr>
        <p:sp>
          <p:nvSpPr>
            <p:cNvPr id="6" name="object 6"/>
            <p:cNvSpPr/>
            <p:nvPr/>
          </p:nvSpPr>
          <p:spPr>
            <a:xfrm>
              <a:off x="19528201" y="335068"/>
              <a:ext cx="94615" cy="10460990"/>
            </a:xfrm>
            <a:custGeom>
              <a:avLst/>
              <a:gdLst/>
              <a:ahLst/>
              <a:cxnLst/>
              <a:rect l="l" t="t" r="r" b="b"/>
              <a:pathLst>
                <a:path w="94615" h="10460990">
                  <a:moveTo>
                    <a:pt x="94237" y="0"/>
                  </a:moveTo>
                  <a:lnTo>
                    <a:pt x="0" y="0"/>
                  </a:lnTo>
                  <a:lnTo>
                    <a:pt x="0" y="10460414"/>
                  </a:lnTo>
                  <a:lnTo>
                    <a:pt x="94237" y="10460414"/>
                  </a:lnTo>
                  <a:lnTo>
                    <a:pt x="94237" y="0"/>
                  </a:lnTo>
                  <a:close/>
                </a:path>
              </a:pathLst>
            </a:custGeom>
            <a:solidFill>
              <a:srgbClr val="006969"/>
            </a:solidFill>
          </p:spPr>
          <p:txBody>
            <a:bodyPr wrap="square" lIns="0" tIns="0" rIns="0" bIns="0" rtlCol="0"/>
            <a:lstStyle/>
            <a:p>
              <a:endParaRPr/>
            </a:p>
          </p:txBody>
        </p:sp>
        <p:sp>
          <p:nvSpPr>
            <p:cNvPr id="7" name="object 7"/>
            <p:cNvSpPr/>
            <p:nvPr/>
          </p:nvSpPr>
          <p:spPr>
            <a:xfrm>
              <a:off x="19528201" y="335068"/>
              <a:ext cx="94615" cy="10460990"/>
            </a:xfrm>
            <a:custGeom>
              <a:avLst/>
              <a:gdLst/>
              <a:ahLst/>
              <a:cxnLst/>
              <a:rect l="l" t="t" r="r" b="b"/>
              <a:pathLst>
                <a:path w="94615" h="10460990">
                  <a:moveTo>
                    <a:pt x="94237" y="0"/>
                  </a:moveTo>
                  <a:lnTo>
                    <a:pt x="0" y="0"/>
                  </a:lnTo>
                  <a:lnTo>
                    <a:pt x="0" y="10460414"/>
                  </a:lnTo>
                  <a:lnTo>
                    <a:pt x="94237" y="10460414"/>
                  </a:lnTo>
                  <a:lnTo>
                    <a:pt x="94237" y="0"/>
                  </a:lnTo>
                  <a:close/>
                </a:path>
              </a:pathLst>
            </a:custGeom>
            <a:solidFill>
              <a:srgbClr val="006969">
                <a:alpha val="79998"/>
              </a:srgbClr>
            </a:solidFill>
          </p:spPr>
          <p:txBody>
            <a:bodyPr wrap="square" lIns="0" tIns="0" rIns="0" bIns="0" rtlCol="0"/>
            <a:lstStyle/>
            <a:p>
              <a:endParaRPr/>
            </a:p>
          </p:txBody>
        </p:sp>
      </p:grpSp>
      <p:sp>
        <p:nvSpPr>
          <p:cNvPr id="8" name="object 8"/>
          <p:cNvSpPr/>
          <p:nvPr/>
        </p:nvSpPr>
        <p:spPr>
          <a:xfrm>
            <a:off x="19297842" y="2638663"/>
            <a:ext cx="94615" cy="6042025"/>
          </a:xfrm>
          <a:custGeom>
            <a:avLst/>
            <a:gdLst/>
            <a:ahLst/>
            <a:cxnLst/>
            <a:rect l="l" t="t" r="r" b="b"/>
            <a:pathLst>
              <a:path w="94615" h="6042025">
                <a:moveTo>
                  <a:pt x="94237" y="0"/>
                </a:moveTo>
                <a:lnTo>
                  <a:pt x="0" y="0"/>
                </a:lnTo>
                <a:lnTo>
                  <a:pt x="0" y="6041700"/>
                </a:lnTo>
                <a:lnTo>
                  <a:pt x="94237" y="6041700"/>
                </a:lnTo>
                <a:lnTo>
                  <a:pt x="94237" y="0"/>
                </a:lnTo>
                <a:close/>
              </a:path>
            </a:pathLst>
          </a:custGeom>
          <a:solidFill>
            <a:srgbClr val="C69A78">
              <a:alpha val="89999"/>
            </a:srgbClr>
          </a:solidFill>
        </p:spPr>
        <p:txBody>
          <a:bodyPr wrap="square" lIns="0" tIns="0" rIns="0" bIns="0" rtlCol="0"/>
          <a:lstStyle/>
          <a:p>
            <a:endParaRPr/>
          </a:p>
        </p:txBody>
      </p:sp>
      <p:sp>
        <p:nvSpPr>
          <p:cNvPr id="9" name="object 9"/>
          <p:cNvSpPr/>
          <p:nvPr/>
        </p:nvSpPr>
        <p:spPr>
          <a:xfrm>
            <a:off x="17274336" y="1502984"/>
            <a:ext cx="1788795" cy="1167130"/>
          </a:xfrm>
          <a:custGeom>
            <a:avLst/>
            <a:gdLst/>
            <a:ahLst/>
            <a:cxnLst/>
            <a:rect l="l" t="t" r="r" b="b"/>
            <a:pathLst>
              <a:path w="1788794" h="1167130">
                <a:moveTo>
                  <a:pt x="1544277" y="0"/>
                </a:moveTo>
                <a:lnTo>
                  <a:pt x="237176" y="0"/>
                </a:lnTo>
                <a:lnTo>
                  <a:pt x="233969" y="64181"/>
                </a:lnTo>
                <a:lnTo>
                  <a:pt x="228782" y="126755"/>
                </a:lnTo>
                <a:lnTo>
                  <a:pt x="221694" y="187532"/>
                </a:lnTo>
                <a:lnTo>
                  <a:pt x="212782" y="246319"/>
                </a:lnTo>
                <a:lnTo>
                  <a:pt x="202127" y="302927"/>
                </a:lnTo>
                <a:lnTo>
                  <a:pt x="189808" y="357163"/>
                </a:lnTo>
                <a:lnTo>
                  <a:pt x="175903" y="408838"/>
                </a:lnTo>
                <a:lnTo>
                  <a:pt x="160490" y="457759"/>
                </a:lnTo>
                <a:lnTo>
                  <a:pt x="143650" y="503737"/>
                </a:lnTo>
                <a:lnTo>
                  <a:pt x="125461" y="546579"/>
                </a:lnTo>
                <a:lnTo>
                  <a:pt x="106002" y="586095"/>
                </a:lnTo>
                <a:lnTo>
                  <a:pt x="85352" y="622093"/>
                </a:lnTo>
                <a:lnTo>
                  <a:pt x="63590" y="654384"/>
                </a:lnTo>
                <a:lnTo>
                  <a:pt x="40794" y="682775"/>
                </a:lnTo>
                <a:lnTo>
                  <a:pt x="30924" y="696622"/>
                </a:lnTo>
                <a:lnTo>
                  <a:pt x="20852" y="710327"/>
                </a:lnTo>
                <a:lnTo>
                  <a:pt x="10553" y="723858"/>
                </a:lnTo>
                <a:lnTo>
                  <a:pt x="0" y="737181"/>
                </a:lnTo>
                <a:lnTo>
                  <a:pt x="0" y="1167095"/>
                </a:lnTo>
                <a:lnTo>
                  <a:pt x="38130" y="1138103"/>
                </a:lnTo>
                <a:lnTo>
                  <a:pt x="75140" y="1107757"/>
                </a:lnTo>
                <a:lnTo>
                  <a:pt x="110994" y="1076095"/>
                </a:lnTo>
                <a:lnTo>
                  <a:pt x="145654" y="1043152"/>
                </a:lnTo>
                <a:lnTo>
                  <a:pt x="179083" y="1008967"/>
                </a:lnTo>
                <a:lnTo>
                  <a:pt x="211245" y="973574"/>
                </a:lnTo>
                <a:lnTo>
                  <a:pt x="242103" y="937012"/>
                </a:lnTo>
                <a:lnTo>
                  <a:pt x="271621" y="899317"/>
                </a:lnTo>
                <a:lnTo>
                  <a:pt x="299762" y="860526"/>
                </a:lnTo>
                <a:lnTo>
                  <a:pt x="326489" y="820676"/>
                </a:lnTo>
                <a:lnTo>
                  <a:pt x="351766" y="779803"/>
                </a:lnTo>
                <a:lnTo>
                  <a:pt x="375555" y="737945"/>
                </a:lnTo>
                <a:lnTo>
                  <a:pt x="397820" y="695137"/>
                </a:lnTo>
                <a:lnTo>
                  <a:pt x="418524" y="651417"/>
                </a:lnTo>
                <a:lnTo>
                  <a:pt x="437632" y="606822"/>
                </a:lnTo>
                <a:lnTo>
                  <a:pt x="455105" y="561389"/>
                </a:lnTo>
                <a:lnTo>
                  <a:pt x="470907" y="515154"/>
                </a:lnTo>
                <a:lnTo>
                  <a:pt x="485002" y="468154"/>
                </a:lnTo>
                <a:lnTo>
                  <a:pt x="497353" y="420425"/>
                </a:lnTo>
                <a:lnTo>
                  <a:pt x="507923" y="372006"/>
                </a:lnTo>
                <a:lnTo>
                  <a:pt x="516675" y="322931"/>
                </a:lnTo>
                <a:lnTo>
                  <a:pt x="523573" y="273239"/>
                </a:lnTo>
                <a:lnTo>
                  <a:pt x="528580" y="222967"/>
                </a:lnTo>
                <a:lnTo>
                  <a:pt x="767369" y="222967"/>
                </a:lnTo>
                <a:lnTo>
                  <a:pt x="767369" y="824938"/>
                </a:lnTo>
                <a:lnTo>
                  <a:pt x="1021822" y="824938"/>
                </a:lnTo>
                <a:lnTo>
                  <a:pt x="1021822" y="222967"/>
                </a:lnTo>
                <a:lnTo>
                  <a:pt x="1259584" y="222967"/>
                </a:lnTo>
                <a:lnTo>
                  <a:pt x="1264591" y="273239"/>
                </a:lnTo>
                <a:lnTo>
                  <a:pt x="1271490" y="322931"/>
                </a:lnTo>
                <a:lnTo>
                  <a:pt x="1280243" y="372006"/>
                </a:lnTo>
                <a:lnTo>
                  <a:pt x="1290813" y="420425"/>
                </a:lnTo>
                <a:lnTo>
                  <a:pt x="1303165" y="468154"/>
                </a:lnTo>
                <a:lnTo>
                  <a:pt x="1317261" y="515154"/>
                </a:lnTo>
                <a:lnTo>
                  <a:pt x="1333064" y="561389"/>
                </a:lnTo>
                <a:lnTo>
                  <a:pt x="1350538" y="606822"/>
                </a:lnTo>
                <a:lnTo>
                  <a:pt x="1369647" y="651417"/>
                </a:lnTo>
                <a:lnTo>
                  <a:pt x="1390352" y="695137"/>
                </a:lnTo>
                <a:lnTo>
                  <a:pt x="1412618" y="737945"/>
                </a:lnTo>
                <a:lnTo>
                  <a:pt x="1436409" y="779803"/>
                </a:lnTo>
                <a:lnTo>
                  <a:pt x="1461686" y="820676"/>
                </a:lnTo>
                <a:lnTo>
                  <a:pt x="1488414" y="860526"/>
                </a:lnTo>
                <a:lnTo>
                  <a:pt x="1516555" y="899317"/>
                </a:lnTo>
                <a:lnTo>
                  <a:pt x="1546074" y="937012"/>
                </a:lnTo>
                <a:lnTo>
                  <a:pt x="1576933" y="973574"/>
                </a:lnTo>
                <a:lnTo>
                  <a:pt x="1609095" y="1008967"/>
                </a:lnTo>
                <a:lnTo>
                  <a:pt x="1642524" y="1043152"/>
                </a:lnTo>
                <a:lnTo>
                  <a:pt x="1677184" y="1076095"/>
                </a:lnTo>
                <a:lnTo>
                  <a:pt x="1713036" y="1107757"/>
                </a:lnTo>
                <a:lnTo>
                  <a:pt x="1750046" y="1138103"/>
                </a:lnTo>
                <a:lnTo>
                  <a:pt x="1788175" y="1167095"/>
                </a:lnTo>
                <a:lnTo>
                  <a:pt x="1788175" y="737181"/>
                </a:lnTo>
                <a:lnTo>
                  <a:pt x="1771475" y="715805"/>
                </a:lnTo>
                <a:lnTo>
                  <a:pt x="1766040" y="708575"/>
                </a:lnTo>
                <a:lnTo>
                  <a:pt x="1719158" y="656181"/>
                </a:lnTo>
                <a:lnTo>
                  <a:pt x="1697235" y="623963"/>
                </a:lnTo>
                <a:lnTo>
                  <a:pt x="1676429" y="587991"/>
                </a:lnTo>
                <a:lnTo>
                  <a:pt x="1656822" y="548457"/>
                </a:lnTo>
                <a:lnTo>
                  <a:pt x="1638493" y="505558"/>
                </a:lnTo>
                <a:lnTo>
                  <a:pt x="1621523" y="459485"/>
                </a:lnTo>
                <a:lnTo>
                  <a:pt x="1605991" y="410435"/>
                </a:lnTo>
                <a:lnTo>
                  <a:pt x="1591978" y="358600"/>
                </a:lnTo>
                <a:lnTo>
                  <a:pt x="1579564" y="304175"/>
                </a:lnTo>
                <a:lnTo>
                  <a:pt x="1568828" y="247355"/>
                </a:lnTo>
                <a:lnTo>
                  <a:pt x="1559852" y="188333"/>
                </a:lnTo>
                <a:lnTo>
                  <a:pt x="1552714" y="127304"/>
                </a:lnTo>
                <a:lnTo>
                  <a:pt x="1547496" y="64461"/>
                </a:lnTo>
                <a:lnTo>
                  <a:pt x="1544277" y="0"/>
                </a:lnTo>
                <a:close/>
              </a:path>
            </a:pathLst>
          </a:custGeom>
          <a:solidFill>
            <a:srgbClr val="C99C7B">
              <a:alpha val="19999"/>
            </a:srgbClr>
          </a:solidFill>
        </p:spPr>
        <p:txBody>
          <a:bodyPr wrap="square" lIns="0" tIns="0" rIns="0" bIns="0" rtlCol="0"/>
          <a:lstStyle/>
          <a:p>
            <a:endParaRPr/>
          </a:p>
        </p:txBody>
      </p:sp>
      <p:sp>
        <p:nvSpPr>
          <p:cNvPr id="10" name="object 10"/>
          <p:cNvSpPr/>
          <p:nvPr/>
        </p:nvSpPr>
        <p:spPr>
          <a:xfrm>
            <a:off x="17274336" y="175466"/>
            <a:ext cx="1788795" cy="1167130"/>
          </a:xfrm>
          <a:custGeom>
            <a:avLst/>
            <a:gdLst/>
            <a:ahLst/>
            <a:cxnLst/>
            <a:rect l="l" t="t" r="r" b="b"/>
            <a:pathLst>
              <a:path w="1788794" h="1167130">
                <a:moveTo>
                  <a:pt x="1788175" y="0"/>
                </a:moveTo>
                <a:lnTo>
                  <a:pt x="1750046" y="28985"/>
                </a:lnTo>
                <a:lnTo>
                  <a:pt x="1713037" y="59324"/>
                </a:lnTo>
                <a:lnTo>
                  <a:pt x="1677184" y="90981"/>
                </a:lnTo>
                <a:lnTo>
                  <a:pt x="1642524" y="123918"/>
                </a:lnTo>
                <a:lnTo>
                  <a:pt x="1609095" y="158098"/>
                </a:lnTo>
                <a:lnTo>
                  <a:pt x="1576933" y="193486"/>
                </a:lnTo>
                <a:lnTo>
                  <a:pt x="1546075" y="230043"/>
                </a:lnTo>
                <a:lnTo>
                  <a:pt x="1516556" y="267734"/>
                </a:lnTo>
                <a:lnTo>
                  <a:pt x="1488416" y="306522"/>
                </a:lnTo>
                <a:lnTo>
                  <a:pt x="1461688" y="346369"/>
                </a:lnTo>
                <a:lnTo>
                  <a:pt x="1436412" y="387239"/>
                </a:lnTo>
                <a:lnTo>
                  <a:pt x="1412623" y="429095"/>
                </a:lnTo>
                <a:lnTo>
                  <a:pt x="1390358" y="471901"/>
                </a:lnTo>
                <a:lnTo>
                  <a:pt x="1369654" y="515619"/>
                </a:lnTo>
                <a:lnTo>
                  <a:pt x="1350547" y="560212"/>
                </a:lnTo>
                <a:lnTo>
                  <a:pt x="1333075" y="605645"/>
                </a:lnTo>
                <a:lnTo>
                  <a:pt x="1317273" y="651880"/>
                </a:lnTo>
                <a:lnTo>
                  <a:pt x="1303180" y="698881"/>
                </a:lnTo>
                <a:lnTo>
                  <a:pt x="1290831" y="746609"/>
                </a:lnTo>
                <a:lnTo>
                  <a:pt x="1280264" y="795030"/>
                </a:lnTo>
                <a:lnTo>
                  <a:pt x="1271514" y="844106"/>
                </a:lnTo>
                <a:lnTo>
                  <a:pt x="1264619" y="893800"/>
                </a:lnTo>
                <a:lnTo>
                  <a:pt x="1259616" y="944075"/>
                </a:lnTo>
                <a:lnTo>
                  <a:pt x="1020817" y="944075"/>
                </a:lnTo>
                <a:lnTo>
                  <a:pt x="1020817" y="342146"/>
                </a:lnTo>
                <a:lnTo>
                  <a:pt x="766332" y="342146"/>
                </a:lnTo>
                <a:lnTo>
                  <a:pt x="766332" y="944075"/>
                </a:lnTo>
                <a:lnTo>
                  <a:pt x="528580" y="944075"/>
                </a:lnTo>
                <a:lnTo>
                  <a:pt x="523573" y="893800"/>
                </a:lnTo>
                <a:lnTo>
                  <a:pt x="516675" y="844106"/>
                </a:lnTo>
                <a:lnTo>
                  <a:pt x="507923" y="795030"/>
                </a:lnTo>
                <a:lnTo>
                  <a:pt x="497353" y="746609"/>
                </a:lnTo>
                <a:lnTo>
                  <a:pt x="485002" y="698881"/>
                </a:lnTo>
                <a:lnTo>
                  <a:pt x="470907" y="651880"/>
                </a:lnTo>
                <a:lnTo>
                  <a:pt x="455105" y="605645"/>
                </a:lnTo>
                <a:lnTo>
                  <a:pt x="437632" y="560212"/>
                </a:lnTo>
                <a:lnTo>
                  <a:pt x="418524" y="515619"/>
                </a:lnTo>
                <a:lnTo>
                  <a:pt x="397820" y="471901"/>
                </a:lnTo>
                <a:lnTo>
                  <a:pt x="375555" y="429095"/>
                </a:lnTo>
                <a:lnTo>
                  <a:pt x="351766" y="387239"/>
                </a:lnTo>
                <a:lnTo>
                  <a:pt x="326489" y="346369"/>
                </a:lnTo>
                <a:lnTo>
                  <a:pt x="299762" y="306522"/>
                </a:lnTo>
                <a:lnTo>
                  <a:pt x="271621" y="267734"/>
                </a:lnTo>
                <a:lnTo>
                  <a:pt x="242103" y="230043"/>
                </a:lnTo>
                <a:lnTo>
                  <a:pt x="211245" y="193486"/>
                </a:lnTo>
                <a:lnTo>
                  <a:pt x="179083" y="158098"/>
                </a:lnTo>
                <a:lnTo>
                  <a:pt x="145654" y="123918"/>
                </a:lnTo>
                <a:lnTo>
                  <a:pt x="110994" y="90981"/>
                </a:lnTo>
                <a:lnTo>
                  <a:pt x="75140" y="59324"/>
                </a:lnTo>
                <a:lnTo>
                  <a:pt x="38130" y="28985"/>
                </a:lnTo>
                <a:lnTo>
                  <a:pt x="0" y="0"/>
                </a:lnTo>
                <a:lnTo>
                  <a:pt x="0" y="429892"/>
                </a:lnTo>
                <a:lnTo>
                  <a:pt x="22135" y="458457"/>
                </a:lnTo>
                <a:lnTo>
                  <a:pt x="46060" y="482596"/>
                </a:lnTo>
                <a:lnTo>
                  <a:pt x="69026" y="510876"/>
                </a:lnTo>
                <a:lnTo>
                  <a:pt x="90952" y="543104"/>
                </a:lnTo>
                <a:lnTo>
                  <a:pt x="111760" y="579086"/>
                </a:lnTo>
                <a:lnTo>
                  <a:pt x="131368" y="618626"/>
                </a:lnTo>
                <a:lnTo>
                  <a:pt x="149697" y="661530"/>
                </a:lnTo>
                <a:lnTo>
                  <a:pt x="166668" y="707606"/>
                </a:lnTo>
                <a:lnTo>
                  <a:pt x="182200" y="756657"/>
                </a:lnTo>
                <a:lnTo>
                  <a:pt x="196213" y="808491"/>
                </a:lnTo>
                <a:lnTo>
                  <a:pt x="208628" y="862913"/>
                </a:lnTo>
                <a:lnTo>
                  <a:pt x="219364" y="919728"/>
                </a:lnTo>
                <a:lnTo>
                  <a:pt x="228342" y="978743"/>
                </a:lnTo>
                <a:lnTo>
                  <a:pt x="235483" y="1039763"/>
                </a:lnTo>
                <a:lnTo>
                  <a:pt x="240705" y="1102594"/>
                </a:lnTo>
                <a:lnTo>
                  <a:pt x="243929" y="1167042"/>
                </a:lnTo>
                <a:lnTo>
                  <a:pt x="1551031" y="1167042"/>
                </a:lnTo>
                <a:lnTo>
                  <a:pt x="1554233" y="1102871"/>
                </a:lnTo>
                <a:lnTo>
                  <a:pt x="1559417" y="1040304"/>
                </a:lnTo>
                <a:lnTo>
                  <a:pt x="1566502" y="979533"/>
                </a:lnTo>
                <a:lnTo>
                  <a:pt x="1575411" y="920748"/>
                </a:lnTo>
                <a:lnTo>
                  <a:pt x="1586064" y="864142"/>
                </a:lnTo>
                <a:lnTo>
                  <a:pt x="1598383" y="809906"/>
                </a:lnTo>
                <a:lnTo>
                  <a:pt x="1612288" y="758230"/>
                </a:lnTo>
                <a:lnTo>
                  <a:pt x="1627701" y="709308"/>
                </a:lnTo>
                <a:lnTo>
                  <a:pt x="1644542" y="663329"/>
                </a:lnTo>
                <a:lnTo>
                  <a:pt x="1662732" y="620485"/>
                </a:lnTo>
                <a:lnTo>
                  <a:pt x="1682194" y="580967"/>
                </a:lnTo>
                <a:lnTo>
                  <a:pt x="1702847" y="544968"/>
                </a:lnTo>
                <a:lnTo>
                  <a:pt x="1724613" y="512678"/>
                </a:lnTo>
                <a:lnTo>
                  <a:pt x="1747412" y="484288"/>
                </a:lnTo>
                <a:lnTo>
                  <a:pt x="1757270" y="470444"/>
                </a:lnTo>
                <a:lnTo>
                  <a:pt x="1767334" y="456745"/>
                </a:lnTo>
                <a:lnTo>
                  <a:pt x="1777629" y="443218"/>
                </a:lnTo>
                <a:lnTo>
                  <a:pt x="1788175" y="429892"/>
                </a:lnTo>
                <a:lnTo>
                  <a:pt x="1788175" y="0"/>
                </a:lnTo>
                <a:close/>
              </a:path>
            </a:pathLst>
          </a:custGeom>
          <a:solidFill>
            <a:srgbClr val="C99C7B">
              <a:alpha val="19999"/>
            </a:srgbClr>
          </a:solidFill>
        </p:spPr>
        <p:txBody>
          <a:bodyPr wrap="square" lIns="0" tIns="0" rIns="0" bIns="0" rtlCol="0"/>
          <a:lstStyle/>
          <a:p>
            <a:endParaRPr/>
          </a:p>
        </p:txBody>
      </p:sp>
      <p:grpSp>
        <p:nvGrpSpPr>
          <p:cNvPr id="11" name="object 11"/>
          <p:cNvGrpSpPr/>
          <p:nvPr/>
        </p:nvGrpSpPr>
        <p:grpSpPr>
          <a:xfrm>
            <a:off x="6649535" y="6316383"/>
            <a:ext cx="5481955" cy="17145"/>
            <a:chOff x="6649535" y="6316383"/>
            <a:chExt cx="5481955" cy="17145"/>
          </a:xfrm>
        </p:grpSpPr>
        <p:sp>
          <p:nvSpPr>
            <p:cNvPr id="12" name="object 12"/>
            <p:cNvSpPr/>
            <p:nvPr/>
          </p:nvSpPr>
          <p:spPr>
            <a:xfrm>
              <a:off x="6654771" y="6321619"/>
              <a:ext cx="5471160" cy="6350"/>
            </a:xfrm>
            <a:custGeom>
              <a:avLst/>
              <a:gdLst/>
              <a:ahLst/>
              <a:cxnLst/>
              <a:rect l="l" t="t" r="r" b="b"/>
              <a:pathLst>
                <a:path w="5471159" h="6350">
                  <a:moveTo>
                    <a:pt x="5471037" y="0"/>
                  </a:moveTo>
                  <a:lnTo>
                    <a:pt x="0" y="0"/>
                  </a:lnTo>
                  <a:lnTo>
                    <a:pt x="0" y="6052"/>
                  </a:lnTo>
                  <a:lnTo>
                    <a:pt x="5471037" y="6052"/>
                  </a:lnTo>
                  <a:lnTo>
                    <a:pt x="5471037" y="0"/>
                  </a:lnTo>
                  <a:close/>
                </a:path>
              </a:pathLst>
            </a:custGeom>
            <a:solidFill>
              <a:srgbClr val="000000"/>
            </a:solidFill>
          </p:spPr>
          <p:txBody>
            <a:bodyPr wrap="square" lIns="0" tIns="0" rIns="0" bIns="0" rtlCol="0"/>
            <a:lstStyle/>
            <a:p>
              <a:endParaRPr/>
            </a:p>
          </p:txBody>
        </p:sp>
        <p:sp>
          <p:nvSpPr>
            <p:cNvPr id="13" name="object 13"/>
            <p:cNvSpPr/>
            <p:nvPr/>
          </p:nvSpPr>
          <p:spPr>
            <a:xfrm>
              <a:off x="6654771" y="6321619"/>
              <a:ext cx="5471160" cy="6350"/>
            </a:xfrm>
            <a:custGeom>
              <a:avLst/>
              <a:gdLst/>
              <a:ahLst/>
              <a:cxnLst/>
              <a:rect l="l" t="t" r="r" b="b"/>
              <a:pathLst>
                <a:path w="5471159" h="6350">
                  <a:moveTo>
                    <a:pt x="5471037" y="6052"/>
                  </a:moveTo>
                  <a:lnTo>
                    <a:pt x="0" y="6052"/>
                  </a:lnTo>
                  <a:lnTo>
                    <a:pt x="0" y="0"/>
                  </a:lnTo>
                  <a:lnTo>
                    <a:pt x="5471037" y="0"/>
                  </a:lnTo>
                  <a:lnTo>
                    <a:pt x="5471037" y="6052"/>
                  </a:lnTo>
                  <a:close/>
                </a:path>
              </a:pathLst>
            </a:custGeom>
            <a:ln w="10470">
              <a:solidFill>
                <a:srgbClr val="000000"/>
              </a:solidFill>
            </a:ln>
          </p:spPr>
          <p:txBody>
            <a:bodyPr wrap="square" lIns="0" tIns="0" rIns="0" bIns="0" rtlCol="0"/>
            <a:lstStyle/>
            <a:p>
              <a:endParaRPr/>
            </a:p>
          </p:txBody>
        </p:sp>
      </p:grpSp>
      <p:sp>
        <p:nvSpPr>
          <p:cNvPr id="14" name="object 14"/>
          <p:cNvSpPr txBox="1"/>
          <p:nvPr/>
        </p:nvSpPr>
        <p:spPr>
          <a:xfrm>
            <a:off x="6854932" y="6424655"/>
            <a:ext cx="3120918" cy="378309"/>
          </a:xfrm>
          <a:prstGeom prst="rect">
            <a:avLst/>
          </a:prstGeom>
        </p:spPr>
        <p:txBody>
          <a:bodyPr vert="horz" wrap="square" lIns="0" tIns="16510" rIns="0" bIns="0" rtlCol="0">
            <a:spAutoFit/>
          </a:bodyPr>
          <a:lstStyle/>
          <a:p>
            <a:pPr marL="12700">
              <a:lnSpc>
                <a:spcPct val="100000"/>
              </a:lnSpc>
              <a:spcBef>
                <a:spcPts val="130"/>
              </a:spcBef>
              <a:tabLst>
                <a:tab pos="2166620" algn="l"/>
              </a:tabLst>
            </a:pPr>
            <a:r>
              <a:rPr sz="2350" dirty="0">
                <a:latin typeface="Futura Lt BT Light"/>
                <a:cs typeface="Futura PT Book"/>
              </a:rPr>
              <a:t>Rio</a:t>
            </a:r>
            <a:r>
              <a:rPr sz="2350" spc="20" dirty="0">
                <a:latin typeface="Futura Lt BT Light"/>
                <a:cs typeface="Futura PT Book"/>
              </a:rPr>
              <a:t> </a:t>
            </a:r>
            <a:r>
              <a:rPr sz="2350" dirty="0">
                <a:latin typeface="Futura Lt BT Light"/>
                <a:cs typeface="Futura PT Book"/>
              </a:rPr>
              <a:t>de</a:t>
            </a:r>
            <a:r>
              <a:rPr sz="2350" spc="35" dirty="0">
                <a:latin typeface="Futura Lt BT Light"/>
                <a:cs typeface="Futura PT Book"/>
              </a:rPr>
              <a:t> </a:t>
            </a:r>
            <a:r>
              <a:rPr sz="2350" spc="-10" dirty="0">
                <a:latin typeface="Futura Lt BT Light"/>
                <a:cs typeface="Futura PT Book"/>
              </a:rPr>
              <a:t>Janeiro,</a:t>
            </a:r>
            <a:r>
              <a:rPr sz="2350" dirty="0">
                <a:latin typeface="Futura Lt BT Light"/>
                <a:cs typeface="Futura PT Book"/>
              </a:rPr>
              <a:t>	</a:t>
            </a:r>
            <a:r>
              <a:rPr lang="pt-BR" sz="2350">
                <a:latin typeface="Futura Lt BT Light"/>
                <a:cs typeface="Futura PT Book"/>
              </a:rPr>
              <a:t>    </a:t>
            </a:r>
            <a:r>
              <a:rPr sz="2350" spc="-25" dirty="0">
                <a:latin typeface="Futura Lt BT Light"/>
                <a:cs typeface="Futura PT Book"/>
              </a:rPr>
              <a:t>de</a:t>
            </a:r>
            <a:endParaRPr sz="2350" dirty="0">
              <a:latin typeface="Futura Lt BT Light"/>
              <a:cs typeface="Futura PT Book"/>
            </a:endParaRPr>
          </a:p>
        </p:txBody>
      </p:sp>
      <p:sp>
        <p:nvSpPr>
          <p:cNvPr id="15" name="object 15"/>
          <p:cNvSpPr txBox="1"/>
          <p:nvPr/>
        </p:nvSpPr>
        <p:spPr>
          <a:xfrm>
            <a:off x="10794801" y="6424655"/>
            <a:ext cx="1771849" cy="378309"/>
          </a:xfrm>
          <a:prstGeom prst="rect">
            <a:avLst/>
          </a:prstGeom>
        </p:spPr>
        <p:txBody>
          <a:bodyPr vert="horz" wrap="square" lIns="0" tIns="16510" rIns="0" bIns="0" rtlCol="0">
            <a:spAutoFit/>
          </a:bodyPr>
          <a:lstStyle/>
          <a:p>
            <a:pPr marL="12700">
              <a:lnSpc>
                <a:spcPct val="100000"/>
              </a:lnSpc>
              <a:spcBef>
                <a:spcPts val="130"/>
              </a:spcBef>
            </a:pPr>
            <a:r>
              <a:rPr sz="2350" dirty="0">
                <a:latin typeface="Futura Lt BT Light"/>
                <a:cs typeface="Futura PT Book"/>
              </a:rPr>
              <a:t>de</a:t>
            </a:r>
            <a:r>
              <a:rPr sz="2350" spc="20" dirty="0">
                <a:latin typeface="Futura Lt BT Light"/>
                <a:cs typeface="Futura PT Book"/>
              </a:rPr>
              <a:t> </a:t>
            </a:r>
            <a:r>
              <a:rPr sz="2350" spc="-20" dirty="0">
                <a:latin typeface="Futura Lt BT Light"/>
                <a:cs typeface="Futura PT Book"/>
              </a:rPr>
              <a:t>202</a:t>
            </a:r>
            <a:r>
              <a:rPr lang="pt-BR" sz="2350" spc="-20" dirty="0">
                <a:latin typeface="Futura Lt BT Light"/>
                <a:cs typeface="Futura PT Book"/>
              </a:rPr>
              <a:t>6</a:t>
            </a:r>
            <a:r>
              <a:rPr sz="2350" spc="-20" dirty="0">
                <a:latin typeface="Futura Lt BT Light"/>
                <a:cs typeface="Futura PT Book"/>
              </a:rPr>
              <a:t>.</a:t>
            </a:r>
            <a:endParaRPr sz="2350" dirty="0">
              <a:latin typeface="Futura Lt BT Light"/>
              <a:cs typeface="Futura PT Book"/>
            </a:endParaRPr>
          </a:p>
        </p:txBody>
      </p:sp>
      <p:sp>
        <p:nvSpPr>
          <p:cNvPr id="16" name="object 16"/>
          <p:cNvSpPr/>
          <p:nvPr/>
        </p:nvSpPr>
        <p:spPr>
          <a:xfrm>
            <a:off x="16198457" y="10952550"/>
            <a:ext cx="3811904" cy="356235"/>
          </a:xfrm>
          <a:custGeom>
            <a:avLst/>
            <a:gdLst/>
            <a:ahLst/>
            <a:cxnLst/>
            <a:rect l="l" t="t" r="r" b="b"/>
            <a:pathLst>
              <a:path w="3811905" h="356234">
                <a:moveTo>
                  <a:pt x="3811397" y="266573"/>
                </a:moveTo>
                <a:lnTo>
                  <a:pt x="3807104" y="218668"/>
                </a:lnTo>
                <a:lnTo>
                  <a:pt x="3794722" y="173570"/>
                </a:lnTo>
                <a:lnTo>
                  <a:pt x="3774998" y="132041"/>
                </a:lnTo>
                <a:lnTo>
                  <a:pt x="3748697" y="94830"/>
                </a:lnTo>
                <a:lnTo>
                  <a:pt x="3716566" y="62699"/>
                </a:lnTo>
                <a:lnTo>
                  <a:pt x="3679367" y="36398"/>
                </a:lnTo>
                <a:lnTo>
                  <a:pt x="3637826" y="16675"/>
                </a:lnTo>
                <a:lnTo>
                  <a:pt x="3592728" y="4292"/>
                </a:lnTo>
                <a:lnTo>
                  <a:pt x="3544811" y="0"/>
                </a:lnTo>
                <a:lnTo>
                  <a:pt x="266585" y="0"/>
                </a:lnTo>
                <a:lnTo>
                  <a:pt x="218668" y="4292"/>
                </a:lnTo>
                <a:lnTo>
                  <a:pt x="173570" y="16675"/>
                </a:lnTo>
                <a:lnTo>
                  <a:pt x="132029" y="36398"/>
                </a:lnTo>
                <a:lnTo>
                  <a:pt x="94830" y="62699"/>
                </a:lnTo>
                <a:lnTo>
                  <a:pt x="62699" y="94830"/>
                </a:lnTo>
                <a:lnTo>
                  <a:pt x="36398" y="132041"/>
                </a:lnTo>
                <a:lnTo>
                  <a:pt x="16675" y="173570"/>
                </a:lnTo>
                <a:lnTo>
                  <a:pt x="4292" y="218668"/>
                </a:lnTo>
                <a:lnTo>
                  <a:pt x="0" y="266573"/>
                </a:lnTo>
                <a:lnTo>
                  <a:pt x="0" y="356006"/>
                </a:lnTo>
                <a:lnTo>
                  <a:pt x="3811397" y="356006"/>
                </a:lnTo>
                <a:lnTo>
                  <a:pt x="3811397" y="266573"/>
                </a:lnTo>
                <a:close/>
              </a:path>
            </a:pathLst>
          </a:custGeom>
          <a:solidFill>
            <a:srgbClr val="006969">
              <a:alpha val="89999"/>
            </a:srgbClr>
          </a:solidFill>
        </p:spPr>
        <p:txBody>
          <a:bodyPr wrap="square" lIns="0" tIns="0" rIns="0" bIns="0" rtlCol="0"/>
          <a:lstStyle/>
          <a:p>
            <a:endParaRPr/>
          </a:p>
        </p:txBody>
      </p:sp>
      <p:sp>
        <p:nvSpPr>
          <p:cNvPr id="19" name="object 19"/>
          <p:cNvSpPr txBox="1"/>
          <p:nvPr/>
        </p:nvSpPr>
        <p:spPr>
          <a:xfrm>
            <a:off x="6854932" y="6947639"/>
            <a:ext cx="4677070" cy="776110"/>
          </a:xfrm>
          <a:prstGeom prst="rect">
            <a:avLst/>
          </a:prstGeom>
        </p:spPr>
        <p:txBody>
          <a:bodyPr vert="horz" wrap="square" lIns="0" tIns="12065" rIns="0" bIns="0" rtlCol="0">
            <a:spAutoFit/>
          </a:bodyPr>
          <a:lstStyle/>
          <a:p>
            <a:pPr marL="12700" marR="5080">
              <a:lnSpc>
                <a:spcPct val="101099"/>
              </a:lnSpc>
              <a:spcBef>
                <a:spcPts val="95"/>
              </a:spcBef>
            </a:pPr>
            <a:r>
              <a:rPr sz="2500" dirty="0">
                <a:latin typeface="Futura Lt BT Light"/>
                <a:cs typeface="Futura PT Book"/>
              </a:rPr>
              <a:t>Represente</a:t>
            </a:r>
            <a:r>
              <a:rPr sz="2500" spc="-10" dirty="0">
                <a:latin typeface="Futura Lt BT Light"/>
                <a:cs typeface="Futura PT Book"/>
              </a:rPr>
              <a:t> Legal </a:t>
            </a:r>
            <a:endParaRPr lang="pt-BR" sz="2500" spc="-10" dirty="0">
              <a:latin typeface="Futura Lt BT Light"/>
              <a:cs typeface="Futura PT Book"/>
            </a:endParaRPr>
          </a:p>
          <a:p>
            <a:pPr marL="12700" marR="5080">
              <a:lnSpc>
                <a:spcPct val="101099"/>
              </a:lnSpc>
              <a:spcBef>
                <a:spcPts val="95"/>
              </a:spcBef>
            </a:pPr>
            <a:r>
              <a:rPr sz="2500" spc="-10" dirty="0">
                <a:latin typeface="Futura Lt BT Light"/>
                <a:cs typeface="Futura PT Book"/>
              </a:rPr>
              <a:t>Cargo:</a:t>
            </a:r>
            <a:endParaRPr sz="2500" dirty="0">
              <a:latin typeface="Futura Lt BT Light"/>
              <a:cs typeface="Futura PT Book"/>
            </a:endParaRPr>
          </a:p>
        </p:txBody>
      </p:sp>
      <p:sp>
        <p:nvSpPr>
          <p:cNvPr id="21" name="object 24">
            <a:extLst>
              <a:ext uri="{FF2B5EF4-FFF2-40B4-BE49-F238E27FC236}">
                <a16:creationId xmlns:a16="http://schemas.microsoft.com/office/drawing/2014/main" id="{56B86440-357A-8069-E118-D6B960B4EEF1}"/>
              </a:ext>
            </a:extLst>
          </p:cNvPr>
          <p:cNvSpPr txBox="1"/>
          <p:nvPr/>
        </p:nvSpPr>
        <p:spPr>
          <a:xfrm>
            <a:off x="16552240" y="11017487"/>
            <a:ext cx="2777568" cy="201978"/>
          </a:xfrm>
          <a:prstGeom prst="rect">
            <a:avLst/>
          </a:prstGeom>
        </p:spPr>
        <p:txBody>
          <a:bodyPr vert="horz" wrap="square" lIns="0" tIns="17145" rIns="0" bIns="0" rtlCol="0">
            <a:spAutoFit/>
          </a:bodyPr>
          <a:lstStyle/>
          <a:p>
            <a:pPr marL="12700">
              <a:lnSpc>
                <a:spcPct val="100000"/>
              </a:lnSpc>
              <a:spcBef>
                <a:spcPts val="135"/>
              </a:spcBef>
            </a:pPr>
            <a:r>
              <a:rPr sz="1200" dirty="0">
                <a:solidFill>
                  <a:srgbClr val="E7FFE2"/>
                </a:solidFill>
                <a:latin typeface="Futura Lt BT Light"/>
                <a:cs typeface="Futura PT Book"/>
              </a:rPr>
              <a:t>MEDEN</a:t>
            </a:r>
            <a:r>
              <a:rPr sz="1200" spc="85" dirty="0">
                <a:solidFill>
                  <a:srgbClr val="E7FFE2"/>
                </a:solidFill>
                <a:latin typeface="Futura Lt BT Light"/>
                <a:cs typeface="Futura PT Book"/>
              </a:rPr>
              <a:t> </a:t>
            </a:r>
            <a:r>
              <a:rPr sz="1200" dirty="0">
                <a:solidFill>
                  <a:srgbClr val="E7FFE2"/>
                </a:solidFill>
                <a:latin typeface="Futura Lt BT Light"/>
                <a:cs typeface="Futura PT Book"/>
              </a:rPr>
              <a:t>PROPOSTA</a:t>
            </a:r>
            <a:r>
              <a:rPr sz="1200" spc="90" dirty="0">
                <a:solidFill>
                  <a:srgbClr val="E7FFE2"/>
                </a:solidFill>
                <a:latin typeface="Futura Lt BT Light"/>
                <a:cs typeface="Futura PT Book"/>
              </a:rPr>
              <a:t> </a:t>
            </a:r>
            <a:r>
              <a:rPr sz="1200" spc="-10" dirty="0">
                <a:solidFill>
                  <a:srgbClr val="E7FFE2"/>
                </a:solidFill>
                <a:latin typeface="Futura Lt BT Light"/>
                <a:cs typeface="Futura PT Book"/>
              </a:rPr>
              <a:t>COMERCIAL</a:t>
            </a:r>
            <a:endParaRPr sz="1200" dirty="0">
              <a:latin typeface="Futura Lt BT Light"/>
              <a:cs typeface="Futura PT Book"/>
            </a:endParaRPr>
          </a:p>
        </p:txBody>
      </p:sp>
      <p:sp>
        <p:nvSpPr>
          <p:cNvPr id="20" name="Espaço Reservado para Número de Slide 19">
            <a:extLst>
              <a:ext uri="{FF2B5EF4-FFF2-40B4-BE49-F238E27FC236}">
                <a16:creationId xmlns:a16="http://schemas.microsoft.com/office/drawing/2014/main" id="{2769CC40-BBD9-0D3F-CC13-ECE8C7F41D4A}"/>
              </a:ext>
            </a:extLst>
          </p:cNvPr>
          <p:cNvSpPr>
            <a:spLocks noGrp="1"/>
          </p:cNvSpPr>
          <p:nvPr>
            <p:ph type="sldNum" sz="quarter" idx="7"/>
          </p:nvPr>
        </p:nvSpPr>
        <p:spPr>
          <a:xfrm>
            <a:off x="14998873" y="10988675"/>
            <a:ext cx="4623943" cy="565467"/>
          </a:xfrm>
        </p:spPr>
        <p:txBody>
          <a:bodyPr wrap="square" lIns="0" tIns="0" rIns="0" bIns="0">
            <a:spAutoFit/>
          </a:bodyPr>
          <a:lstStyle/>
          <a:p>
            <a:fld id="{B6F15528-21DE-4FAA-801E-634DDDAF4B2B}" type="slidenum">
              <a:rPr lang="en-US" sz="1400" smtClean="0">
                <a:solidFill>
                  <a:schemeClr val="bg1"/>
                </a:solidFill>
                <a:latin typeface="Futura Lt BT" panose="020B0402020204020303" pitchFamily="34" charset="0"/>
              </a:rPr>
              <a:pPr/>
              <a:t>21</a:t>
            </a:fld>
            <a:endParaRPr lang="en-US" sz="1400" dirty="0">
              <a:solidFill>
                <a:schemeClr val="bg1"/>
              </a:solidFill>
              <a:latin typeface="Futura Lt BT" panose="020B0402020204020303"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Imagem 10">
            <a:extLst>
              <a:ext uri="{FF2B5EF4-FFF2-40B4-BE49-F238E27FC236}">
                <a16:creationId xmlns:a16="http://schemas.microsoft.com/office/drawing/2014/main" id="{B6371F38-1FEB-52EB-620A-504F3B43A0E0}"/>
              </a:ext>
            </a:extLst>
          </p:cNvPr>
          <p:cNvPicPr>
            <a:picLocks noChangeAspect="1"/>
          </p:cNvPicPr>
          <p:nvPr/>
        </p:nvPicPr>
        <p:blipFill>
          <a:blip r:embed="rId2"/>
          <a:stretch>
            <a:fillRect/>
          </a:stretch>
        </p:blipFill>
        <p:spPr>
          <a:xfrm>
            <a:off x="0" y="8742"/>
            <a:ext cx="20119666" cy="11300608"/>
          </a:xfrm>
          <a:prstGeom prst="rect">
            <a:avLst/>
          </a:prstGeom>
        </p:spPr>
      </p:pic>
      <p:sp>
        <p:nvSpPr>
          <p:cNvPr id="12" name="object 9">
            <a:extLst>
              <a:ext uri="{FF2B5EF4-FFF2-40B4-BE49-F238E27FC236}">
                <a16:creationId xmlns:a16="http://schemas.microsoft.com/office/drawing/2014/main" id="{7135F097-0CB7-B814-A6FE-30F4F264144C}"/>
              </a:ext>
            </a:extLst>
          </p:cNvPr>
          <p:cNvSpPr txBox="1">
            <a:spLocks/>
          </p:cNvSpPr>
          <p:nvPr/>
        </p:nvSpPr>
        <p:spPr>
          <a:xfrm>
            <a:off x="-15566" y="7102475"/>
            <a:ext cx="20119666" cy="386644"/>
          </a:xfrm>
          <a:prstGeom prst="rect">
            <a:avLst/>
          </a:prstGeom>
        </p:spPr>
        <p:txBody>
          <a:bodyPr vert="horz" wrap="square" lIns="0" tIns="17145" rIns="0" bIns="0" rtlCol="0">
            <a:spAutoFit/>
          </a:bodyPr>
          <a:lstStyle>
            <a:lvl1pPr>
              <a:defRPr>
                <a:latin typeface="+mj-lt"/>
                <a:ea typeface="+mj-ea"/>
                <a:cs typeface="+mj-cs"/>
              </a:defRPr>
            </a:lvl1pPr>
          </a:lstStyle>
          <a:p>
            <a:pPr marL="12700" algn="ctr">
              <a:spcBef>
                <a:spcPts val="135"/>
              </a:spcBef>
            </a:pPr>
            <a:r>
              <a:rPr lang="es-419" sz="2400" dirty="0">
                <a:solidFill>
                  <a:srgbClr val="FFFFFF"/>
                </a:solidFill>
                <a:latin typeface="Futura Lt BT" panose="020B0402020204020303" pitchFamily="34" charset="0"/>
              </a:rPr>
              <a:t>comercial@medenconsultoria.com.br</a:t>
            </a:r>
            <a:endParaRPr lang="es-419" sz="2400" dirty="0">
              <a:latin typeface="Futura Lt BT" panose="020B0402020204020303"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1508</TotalTime>
  <Words>1669</Words>
  <Application>Microsoft Office PowerPoint</Application>
  <PresentationFormat>Personalizar</PresentationFormat>
  <Paragraphs>153</Paragraphs>
  <Slides>22</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22</vt:i4>
      </vt:variant>
    </vt:vector>
  </HeadingPairs>
  <TitlesOfParts>
    <vt:vector size="28" baseType="lpstr">
      <vt:lpstr>Calibri</vt:lpstr>
      <vt:lpstr>Futura Lt BT</vt:lpstr>
      <vt:lpstr>Futura Lt BT Light</vt:lpstr>
      <vt:lpstr>Futura PT Book</vt:lpstr>
      <vt:lpstr>Symbol</vt:lpstr>
      <vt:lpstr>Office Theme</vt:lpstr>
      <vt:lpstr>Proposta Comercial {{NUMERO_PROPOSTA}}</vt:lpstr>
      <vt:lpstr>Apresentação do PowerPoint</vt:lpstr>
      <vt:lpstr>ÍNDICE</vt:lpstr>
      <vt:lpstr>APRESENTAÇÃO CORPORATIVA</vt:lpstr>
      <vt:lpstr>SOBRE NÓS</vt:lpstr>
      <vt:lpstr>NOSSOS DIFERENCIAIS</vt:lpstr>
      <vt:lpstr>NOSSOS PRINCIPAIS CLIENTES</vt:lpstr>
      <vt:lpstr>ENTENDIMENTO DA SITUAÇÃO ALINHAMENTO DO CONTEXTO ORGANIZACIONAL, OBJETIVOS E DESAFIOS</vt:lpstr>
      <vt:lpstr>Apresentação do PowerPoint</vt:lpstr>
      <vt:lpstr>ESCOPO DO PROJETO</vt:lpstr>
      <vt:lpstr>ESCOPO DO PROJETO</vt:lpstr>
      <vt:lpstr>DOCUMENTAÇÃO NECESSÁRIA</vt:lpstr>
      <vt:lpstr>INVESTIMENTO</vt:lpstr>
      <vt:lpstr>INVESTIMENTO</vt:lpstr>
      <vt:lpstr>PRAZOS E  CONDIÇÕES DE EXECUÇÃO</vt:lpstr>
      <vt:lpstr>PRAZOS E CONDIÇÕES DE EXECUÇÃO</vt:lpstr>
      <vt:lpstr>PRAZOS E CONDIÇÕES DE EXECUÇÃO</vt:lpstr>
      <vt:lpstr>EQUIPE</vt:lpstr>
      <vt:lpstr>ANTÔNIO NICOLAU - CEO</vt:lpstr>
      <vt:lpstr>CONFIDENCIALIDADE</vt:lpstr>
      <vt:lpstr>ACEITE E CONTRATO</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Proposta Comercial</dc:title>
  <dc:creator>Lucas Pasqualini</dc:creator>
  <cp:lastModifiedBy>Lucas Pasqualini</cp:lastModifiedBy>
  <cp:revision>58</cp:revision>
  <dcterms:created xsi:type="dcterms:W3CDTF">2023-07-25T18:47:10Z</dcterms:created>
  <dcterms:modified xsi:type="dcterms:W3CDTF">2026-04-08T21:43:04Z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2023-05-24T00:00:00Z</vt:filetime>
  </property>
  <property fmtid="{D5CDD505-2E9C-101B-9397-08002B2CF9AE}" pid="3" name="Creator">
    <vt:lpwstr>Adobe Illustrator 27.5 (Windows)</vt:lpwstr>
  </property>
  <property fmtid="{D5CDD505-2E9C-101B-9397-08002B2CF9AE}" pid="4" name="CreatorVersion">
    <vt:lpwstr>21.0.0</vt:lpwstr>
  </property>
  <property fmtid="{D5CDD505-2E9C-101B-9397-08002B2CF9AE}" pid="5" name="LastSaved">
    <vt:filetime>2023-07-25T00:00:00Z</vt:filetime>
  </property>
  <property fmtid="{D5CDD505-2E9C-101B-9397-08002B2CF9AE}" pid="6" name="Producer">
    <vt:lpwstr>Adobe PDF library 17.00</vt:lpwstr>
  </property>
</Properties>
</file>